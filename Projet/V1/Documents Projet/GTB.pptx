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8" r:id="rId2"/>
    <p:sldId id="268" r:id="rId3"/>
    <p:sldId id="269" r:id="rId4"/>
    <p:sldId id="270" r:id="rId5"/>
    <p:sldId id="273" r:id="rId6"/>
    <p:sldId id="271" r:id="rId7"/>
    <p:sldId id="272" r:id="rId8"/>
    <p:sldId id="275" r:id="rId9"/>
    <p:sldId id="276" r:id="rId10"/>
    <p:sldId id="277" r:id="rId11"/>
    <p:sldId id="278" r:id="rId12"/>
    <p:sldId id="279" r:id="rId13"/>
    <p:sldId id="280"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F6B"/>
    <a:srgbClr val="FDB414"/>
    <a:srgbClr val="EF7620"/>
    <a:srgbClr val="FAB5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4660"/>
  </p:normalViewPr>
  <p:slideViewPr>
    <p:cSldViewPr snapToGrid="0">
      <p:cViewPr varScale="1">
        <p:scale>
          <a:sx n="111" d="100"/>
          <a:sy n="111" d="100"/>
        </p:scale>
        <p:origin x="60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834F3-7FB3-4A5B-B699-6FF4FE3F981E}" type="datetimeFigureOut">
              <a:rPr lang="fr-FR" smtClean="0"/>
              <a:t>13/11/2024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CCCB51-0F78-45D3-AFC9-26D0EC5D24D0}" type="slidenum">
              <a:rPr lang="fr-FR" smtClean="0"/>
              <a:t>‹N°›</a:t>
            </a:fld>
            <a:endParaRPr lang="fr-FR"/>
          </a:p>
        </p:txBody>
      </p:sp>
    </p:spTree>
    <p:extLst>
      <p:ext uri="{BB962C8B-B14F-4D97-AF65-F5344CB8AC3E}">
        <p14:creationId xmlns:p14="http://schemas.microsoft.com/office/powerpoint/2010/main" val="891557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CDF370-F836-3BFB-1C35-036EEAD2573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9F54DE2-DDBE-4762-7130-0021D420A7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B839378-2B8A-4D77-30F5-821CFD09698A}"/>
              </a:ext>
            </a:extLst>
          </p:cNvPr>
          <p:cNvSpPr>
            <a:spLocks noGrp="1"/>
          </p:cNvSpPr>
          <p:nvPr>
            <p:ph type="dt" sz="half" idx="10"/>
          </p:nvPr>
        </p:nvSpPr>
        <p:spPr/>
        <p:txBody>
          <a:bodyPr/>
          <a:lstStyle/>
          <a:p>
            <a:fld id="{1426DF56-83F0-4B76-97D6-028202E325D1}" type="datetimeFigureOut">
              <a:rPr lang="fr-FR" smtClean="0"/>
              <a:t>13/11/2024</a:t>
            </a:fld>
            <a:endParaRPr lang="fr-FR"/>
          </a:p>
        </p:txBody>
      </p:sp>
      <p:sp>
        <p:nvSpPr>
          <p:cNvPr id="5" name="Espace réservé du pied de page 4">
            <a:extLst>
              <a:ext uri="{FF2B5EF4-FFF2-40B4-BE49-F238E27FC236}">
                <a16:creationId xmlns:a16="http://schemas.microsoft.com/office/drawing/2014/main" id="{4B2FE0D5-55AA-A7F7-F189-0AB9A331772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3B4C2BD-9237-8AC6-6EC6-07F04A4FCC6B}"/>
              </a:ext>
            </a:extLst>
          </p:cNvPr>
          <p:cNvSpPr>
            <a:spLocks noGrp="1"/>
          </p:cNvSpPr>
          <p:nvPr>
            <p:ph type="sldNum" sz="quarter" idx="12"/>
          </p:nvPr>
        </p:nvSpPr>
        <p:spPr/>
        <p:txBody>
          <a:bodyPr/>
          <a:lstStyle/>
          <a:p>
            <a:fld id="{D7DBF366-2C01-4F49-BE64-D7AF5E480A83}" type="slidenum">
              <a:rPr lang="fr-FR" smtClean="0"/>
              <a:t>‹N°›</a:t>
            </a:fld>
            <a:endParaRPr lang="fr-FR"/>
          </a:p>
        </p:txBody>
      </p:sp>
    </p:spTree>
    <p:extLst>
      <p:ext uri="{BB962C8B-B14F-4D97-AF65-F5344CB8AC3E}">
        <p14:creationId xmlns:p14="http://schemas.microsoft.com/office/powerpoint/2010/main" val="3428809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1236F4-0820-C919-D7B7-8315F39DB2F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6476EEC-7E1D-CACA-9C36-2D224AC9E4A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7400BDA-2F6C-D58B-CA59-A77BC334C161}"/>
              </a:ext>
            </a:extLst>
          </p:cNvPr>
          <p:cNvSpPr>
            <a:spLocks noGrp="1"/>
          </p:cNvSpPr>
          <p:nvPr>
            <p:ph type="dt" sz="half" idx="10"/>
          </p:nvPr>
        </p:nvSpPr>
        <p:spPr/>
        <p:txBody>
          <a:bodyPr/>
          <a:lstStyle/>
          <a:p>
            <a:fld id="{1426DF56-83F0-4B76-97D6-028202E325D1}" type="datetimeFigureOut">
              <a:rPr lang="fr-FR" smtClean="0"/>
              <a:t>13/11/2024</a:t>
            </a:fld>
            <a:endParaRPr lang="fr-FR"/>
          </a:p>
        </p:txBody>
      </p:sp>
      <p:sp>
        <p:nvSpPr>
          <p:cNvPr id="5" name="Espace réservé du pied de page 4">
            <a:extLst>
              <a:ext uri="{FF2B5EF4-FFF2-40B4-BE49-F238E27FC236}">
                <a16:creationId xmlns:a16="http://schemas.microsoft.com/office/drawing/2014/main" id="{C0B2AC98-073A-92F9-9CE5-1ADE218DA40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75A43BD-AD63-53CA-12DE-1519C0BA4B39}"/>
              </a:ext>
            </a:extLst>
          </p:cNvPr>
          <p:cNvSpPr>
            <a:spLocks noGrp="1"/>
          </p:cNvSpPr>
          <p:nvPr>
            <p:ph type="sldNum" sz="quarter" idx="12"/>
          </p:nvPr>
        </p:nvSpPr>
        <p:spPr/>
        <p:txBody>
          <a:bodyPr/>
          <a:lstStyle/>
          <a:p>
            <a:fld id="{D7DBF366-2C01-4F49-BE64-D7AF5E480A83}" type="slidenum">
              <a:rPr lang="fr-FR" smtClean="0"/>
              <a:t>‹N°›</a:t>
            </a:fld>
            <a:endParaRPr lang="fr-FR"/>
          </a:p>
        </p:txBody>
      </p:sp>
    </p:spTree>
    <p:extLst>
      <p:ext uri="{BB962C8B-B14F-4D97-AF65-F5344CB8AC3E}">
        <p14:creationId xmlns:p14="http://schemas.microsoft.com/office/powerpoint/2010/main" val="2659172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FCD12F-196B-C6EF-7D22-AE451EE7031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8088300-9859-5AF7-3B99-637CC506E8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82F0F44-B530-3112-EE98-216C2F23B17E}"/>
              </a:ext>
            </a:extLst>
          </p:cNvPr>
          <p:cNvSpPr>
            <a:spLocks noGrp="1"/>
          </p:cNvSpPr>
          <p:nvPr>
            <p:ph type="dt" sz="half" idx="10"/>
          </p:nvPr>
        </p:nvSpPr>
        <p:spPr/>
        <p:txBody>
          <a:bodyPr/>
          <a:lstStyle/>
          <a:p>
            <a:fld id="{1426DF56-83F0-4B76-97D6-028202E325D1}" type="datetimeFigureOut">
              <a:rPr lang="fr-FR" smtClean="0"/>
              <a:t>13/11/2024</a:t>
            </a:fld>
            <a:endParaRPr lang="fr-FR"/>
          </a:p>
        </p:txBody>
      </p:sp>
      <p:sp>
        <p:nvSpPr>
          <p:cNvPr id="5" name="Espace réservé du pied de page 4">
            <a:extLst>
              <a:ext uri="{FF2B5EF4-FFF2-40B4-BE49-F238E27FC236}">
                <a16:creationId xmlns:a16="http://schemas.microsoft.com/office/drawing/2014/main" id="{A06A651F-85A7-FAAA-4270-AE2F6BCF926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AF3254-132B-F5FD-4EBF-71F8C621F4A0}"/>
              </a:ext>
            </a:extLst>
          </p:cNvPr>
          <p:cNvSpPr>
            <a:spLocks noGrp="1"/>
          </p:cNvSpPr>
          <p:nvPr>
            <p:ph type="sldNum" sz="quarter" idx="12"/>
          </p:nvPr>
        </p:nvSpPr>
        <p:spPr/>
        <p:txBody>
          <a:bodyPr/>
          <a:lstStyle/>
          <a:p>
            <a:fld id="{D7DBF366-2C01-4F49-BE64-D7AF5E480A83}" type="slidenum">
              <a:rPr lang="fr-FR" smtClean="0"/>
              <a:t>‹N°›</a:t>
            </a:fld>
            <a:endParaRPr lang="fr-FR"/>
          </a:p>
        </p:txBody>
      </p:sp>
    </p:spTree>
    <p:extLst>
      <p:ext uri="{BB962C8B-B14F-4D97-AF65-F5344CB8AC3E}">
        <p14:creationId xmlns:p14="http://schemas.microsoft.com/office/powerpoint/2010/main" val="1008000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A0CFAD-7ED4-84D1-DE2F-2672B42FF91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81F419F-9243-4B2C-ED69-6981A38AFD0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8A82C68-5AAC-BC7C-ED7E-EEFD724736F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09D76372-22F9-55F6-20D6-1E53855764A6}"/>
              </a:ext>
            </a:extLst>
          </p:cNvPr>
          <p:cNvSpPr>
            <a:spLocks noGrp="1"/>
          </p:cNvSpPr>
          <p:nvPr>
            <p:ph type="dt" sz="half" idx="10"/>
          </p:nvPr>
        </p:nvSpPr>
        <p:spPr/>
        <p:txBody>
          <a:bodyPr/>
          <a:lstStyle/>
          <a:p>
            <a:fld id="{1426DF56-83F0-4B76-97D6-028202E325D1}" type="datetimeFigureOut">
              <a:rPr lang="fr-FR" smtClean="0"/>
              <a:t>13/11/2024</a:t>
            </a:fld>
            <a:endParaRPr lang="fr-FR"/>
          </a:p>
        </p:txBody>
      </p:sp>
      <p:sp>
        <p:nvSpPr>
          <p:cNvPr id="6" name="Espace réservé du pied de page 5">
            <a:extLst>
              <a:ext uri="{FF2B5EF4-FFF2-40B4-BE49-F238E27FC236}">
                <a16:creationId xmlns:a16="http://schemas.microsoft.com/office/drawing/2014/main" id="{C2D26833-0B17-6C49-DB45-9D2ED0076C7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2884D6D-E139-8B06-FA9C-24BA0B178286}"/>
              </a:ext>
            </a:extLst>
          </p:cNvPr>
          <p:cNvSpPr>
            <a:spLocks noGrp="1"/>
          </p:cNvSpPr>
          <p:nvPr>
            <p:ph type="sldNum" sz="quarter" idx="12"/>
          </p:nvPr>
        </p:nvSpPr>
        <p:spPr/>
        <p:txBody>
          <a:bodyPr/>
          <a:lstStyle/>
          <a:p>
            <a:fld id="{D7DBF366-2C01-4F49-BE64-D7AF5E480A83}" type="slidenum">
              <a:rPr lang="fr-FR" smtClean="0"/>
              <a:t>‹N°›</a:t>
            </a:fld>
            <a:endParaRPr lang="fr-FR"/>
          </a:p>
        </p:txBody>
      </p:sp>
    </p:spTree>
    <p:extLst>
      <p:ext uri="{BB962C8B-B14F-4D97-AF65-F5344CB8AC3E}">
        <p14:creationId xmlns:p14="http://schemas.microsoft.com/office/powerpoint/2010/main" val="1774403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D75E1F-2A3C-A79B-FD78-B7ACDCDFAFC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B928F78-FED7-7248-2968-FEFE66CA6D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9FDB690-63BC-7E0C-7B41-3F512BF7F65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DCBA79F-6FEB-C409-26FB-3763A47188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0A20375-A728-DF93-C8FC-AB244AF250C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4A9B1046-C674-86F3-C08C-D1ED19F787E3}"/>
              </a:ext>
            </a:extLst>
          </p:cNvPr>
          <p:cNvSpPr>
            <a:spLocks noGrp="1"/>
          </p:cNvSpPr>
          <p:nvPr>
            <p:ph type="dt" sz="half" idx="10"/>
          </p:nvPr>
        </p:nvSpPr>
        <p:spPr/>
        <p:txBody>
          <a:bodyPr/>
          <a:lstStyle/>
          <a:p>
            <a:fld id="{1426DF56-83F0-4B76-97D6-028202E325D1}" type="datetimeFigureOut">
              <a:rPr lang="fr-FR" smtClean="0"/>
              <a:t>13/11/2024</a:t>
            </a:fld>
            <a:endParaRPr lang="fr-FR"/>
          </a:p>
        </p:txBody>
      </p:sp>
      <p:sp>
        <p:nvSpPr>
          <p:cNvPr id="8" name="Espace réservé du pied de page 7">
            <a:extLst>
              <a:ext uri="{FF2B5EF4-FFF2-40B4-BE49-F238E27FC236}">
                <a16:creationId xmlns:a16="http://schemas.microsoft.com/office/drawing/2014/main" id="{1238B055-1199-DF23-8CD6-E141CA6073A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C2DABE2-394B-EC1B-6133-A6C6E1F21C15}"/>
              </a:ext>
            </a:extLst>
          </p:cNvPr>
          <p:cNvSpPr>
            <a:spLocks noGrp="1"/>
          </p:cNvSpPr>
          <p:nvPr>
            <p:ph type="sldNum" sz="quarter" idx="12"/>
          </p:nvPr>
        </p:nvSpPr>
        <p:spPr/>
        <p:txBody>
          <a:bodyPr/>
          <a:lstStyle/>
          <a:p>
            <a:fld id="{D7DBF366-2C01-4F49-BE64-D7AF5E480A83}" type="slidenum">
              <a:rPr lang="fr-FR" smtClean="0"/>
              <a:t>‹N°›</a:t>
            </a:fld>
            <a:endParaRPr lang="fr-FR"/>
          </a:p>
        </p:txBody>
      </p:sp>
    </p:spTree>
    <p:extLst>
      <p:ext uri="{BB962C8B-B14F-4D97-AF65-F5344CB8AC3E}">
        <p14:creationId xmlns:p14="http://schemas.microsoft.com/office/powerpoint/2010/main" val="2403517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2FBD3B-1B2A-00E1-C3CA-6E44E8B3CBB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D09C873-6C94-2B25-B380-3325C4E11551}"/>
              </a:ext>
            </a:extLst>
          </p:cNvPr>
          <p:cNvSpPr>
            <a:spLocks noGrp="1"/>
          </p:cNvSpPr>
          <p:nvPr>
            <p:ph type="dt" sz="half" idx="10"/>
          </p:nvPr>
        </p:nvSpPr>
        <p:spPr/>
        <p:txBody>
          <a:bodyPr/>
          <a:lstStyle/>
          <a:p>
            <a:fld id="{1426DF56-83F0-4B76-97D6-028202E325D1}" type="datetimeFigureOut">
              <a:rPr lang="fr-FR" smtClean="0"/>
              <a:t>13/11/2024</a:t>
            </a:fld>
            <a:endParaRPr lang="fr-FR"/>
          </a:p>
        </p:txBody>
      </p:sp>
      <p:sp>
        <p:nvSpPr>
          <p:cNvPr id="4" name="Espace réservé du pied de page 3">
            <a:extLst>
              <a:ext uri="{FF2B5EF4-FFF2-40B4-BE49-F238E27FC236}">
                <a16:creationId xmlns:a16="http://schemas.microsoft.com/office/drawing/2014/main" id="{F273BD00-8DDB-29BF-314D-34267D19C1C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F0E52C0-1404-4D71-8097-AFCD023C41E3}"/>
              </a:ext>
            </a:extLst>
          </p:cNvPr>
          <p:cNvSpPr>
            <a:spLocks noGrp="1"/>
          </p:cNvSpPr>
          <p:nvPr>
            <p:ph type="sldNum" sz="quarter" idx="12"/>
          </p:nvPr>
        </p:nvSpPr>
        <p:spPr/>
        <p:txBody>
          <a:bodyPr/>
          <a:lstStyle/>
          <a:p>
            <a:fld id="{D7DBF366-2C01-4F49-BE64-D7AF5E480A83}" type="slidenum">
              <a:rPr lang="fr-FR" smtClean="0"/>
              <a:t>‹N°›</a:t>
            </a:fld>
            <a:endParaRPr lang="fr-FR"/>
          </a:p>
        </p:txBody>
      </p:sp>
    </p:spTree>
    <p:extLst>
      <p:ext uri="{BB962C8B-B14F-4D97-AF65-F5344CB8AC3E}">
        <p14:creationId xmlns:p14="http://schemas.microsoft.com/office/powerpoint/2010/main" val="4179638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CD10FAF-0637-44E7-4849-A1DED6EE5735}"/>
              </a:ext>
            </a:extLst>
          </p:cNvPr>
          <p:cNvSpPr>
            <a:spLocks noGrp="1"/>
          </p:cNvSpPr>
          <p:nvPr>
            <p:ph type="dt" sz="half" idx="10"/>
          </p:nvPr>
        </p:nvSpPr>
        <p:spPr/>
        <p:txBody>
          <a:bodyPr/>
          <a:lstStyle/>
          <a:p>
            <a:fld id="{1426DF56-83F0-4B76-97D6-028202E325D1}" type="datetimeFigureOut">
              <a:rPr lang="fr-FR" smtClean="0"/>
              <a:t>13/11/2024</a:t>
            </a:fld>
            <a:endParaRPr lang="fr-FR"/>
          </a:p>
        </p:txBody>
      </p:sp>
      <p:sp>
        <p:nvSpPr>
          <p:cNvPr id="3" name="Espace réservé du pied de page 2">
            <a:extLst>
              <a:ext uri="{FF2B5EF4-FFF2-40B4-BE49-F238E27FC236}">
                <a16:creationId xmlns:a16="http://schemas.microsoft.com/office/drawing/2014/main" id="{1D020260-E75B-69C8-139E-9C6A4C65490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E080BA2-5270-490A-AC2C-27E64CA54299}"/>
              </a:ext>
            </a:extLst>
          </p:cNvPr>
          <p:cNvSpPr>
            <a:spLocks noGrp="1"/>
          </p:cNvSpPr>
          <p:nvPr>
            <p:ph type="sldNum" sz="quarter" idx="12"/>
          </p:nvPr>
        </p:nvSpPr>
        <p:spPr/>
        <p:txBody>
          <a:bodyPr/>
          <a:lstStyle/>
          <a:p>
            <a:fld id="{D7DBF366-2C01-4F49-BE64-D7AF5E480A83}" type="slidenum">
              <a:rPr lang="fr-FR" smtClean="0"/>
              <a:t>‹N°›</a:t>
            </a:fld>
            <a:endParaRPr lang="fr-FR"/>
          </a:p>
        </p:txBody>
      </p:sp>
    </p:spTree>
    <p:extLst>
      <p:ext uri="{BB962C8B-B14F-4D97-AF65-F5344CB8AC3E}">
        <p14:creationId xmlns:p14="http://schemas.microsoft.com/office/powerpoint/2010/main" val="3629450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364C22-7E89-BAF9-B016-1B119A6829E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A2FD532-9BD6-BF39-6DF6-334C49FD60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D4D9E0B-BE0A-68C3-BB53-A46CE6D5BF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09C00A2-0AC8-F082-5778-EBC483A0C133}"/>
              </a:ext>
            </a:extLst>
          </p:cNvPr>
          <p:cNvSpPr>
            <a:spLocks noGrp="1"/>
          </p:cNvSpPr>
          <p:nvPr>
            <p:ph type="dt" sz="half" idx="10"/>
          </p:nvPr>
        </p:nvSpPr>
        <p:spPr/>
        <p:txBody>
          <a:bodyPr/>
          <a:lstStyle/>
          <a:p>
            <a:fld id="{1426DF56-83F0-4B76-97D6-028202E325D1}" type="datetimeFigureOut">
              <a:rPr lang="fr-FR" smtClean="0"/>
              <a:t>13/11/2024</a:t>
            </a:fld>
            <a:endParaRPr lang="fr-FR"/>
          </a:p>
        </p:txBody>
      </p:sp>
      <p:sp>
        <p:nvSpPr>
          <p:cNvPr id="6" name="Espace réservé du pied de page 5">
            <a:extLst>
              <a:ext uri="{FF2B5EF4-FFF2-40B4-BE49-F238E27FC236}">
                <a16:creationId xmlns:a16="http://schemas.microsoft.com/office/drawing/2014/main" id="{F677422A-3A8C-F1D2-4DE1-75CDAB0F43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D844B74-8B8F-73DE-34E8-E0D288AADCCF}"/>
              </a:ext>
            </a:extLst>
          </p:cNvPr>
          <p:cNvSpPr>
            <a:spLocks noGrp="1"/>
          </p:cNvSpPr>
          <p:nvPr>
            <p:ph type="sldNum" sz="quarter" idx="12"/>
          </p:nvPr>
        </p:nvSpPr>
        <p:spPr/>
        <p:txBody>
          <a:bodyPr/>
          <a:lstStyle/>
          <a:p>
            <a:fld id="{D7DBF366-2C01-4F49-BE64-D7AF5E480A83}" type="slidenum">
              <a:rPr lang="fr-FR" smtClean="0"/>
              <a:t>‹N°›</a:t>
            </a:fld>
            <a:endParaRPr lang="fr-FR"/>
          </a:p>
        </p:txBody>
      </p:sp>
    </p:spTree>
    <p:extLst>
      <p:ext uri="{BB962C8B-B14F-4D97-AF65-F5344CB8AC3E}">
        <p14:creationId xmlns:p14="http://schemas.microsoft.com/office/powerpoint/2010/main" val="2468454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884236-328C-310B-84F2-B7CC58CCEB8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65859EC-592D-765B-E284-402CF9C69F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9E0F150-8A28-3F5F-39CB-B468FE3FBB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BC664D2-5556-0D4F-5AB3-BF76EB6BBD2E}"/>
              </a:ext>
            </a:extLst>
          </p:cNvPr>
          <p:cNvSpPr>
            <a:spLocks noGrp="1"/>
          </p:cNvSpPr>
          <p:nvPr>
            <p:ph type="dt" sz="half" idx="10"/>
          </p:nvPr>
        </p:nvSpPr>
        <p:spPr/>
        <p:txBody>
          <a:bodyPr/>
          <a:lstStyle/>
          <a:p>
            <a:fld id="{1426DF56-83F0-4B76-97D6-028202E325D1}" type="datetimeFigureOut">
              <a:rPr lang="fr-FR" smtClean="0"/>
              <a:t>13/11/2024</a:t>
            </a:fld>
            <a:endParaRPr lang="fr-FR"/>
          </a:p>
        </p:txBody>
      </p:sp>
      <p:sp>
        <p:nvSpPr>
          <p:cNvPr id="6" name="Espace réservé du pied de page 5">
            <a:extLst>
              <a:ext uri="{FF2B5EF4-FFF2-40B4-BE49-F238E27FC236}">
                <a16:creationId xmlns:a16="http://schemas.microsoft.com/office/drawing/2014/main" id="{15AA3719-A251-7583-814D-2253CEBEC6D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07533A7-F39D-E36D-BABC-6B433E4E8B62}"/>
              </a:ext>
            </a:extLst>
          </p:cNvPr>
          <p:cNvSpPr>
            <a:spLocks noGrp="1"/>
          </p:cNvSpPr>
          <p:nvPr>
            <p:ph type="sldNum" sz="quarter" idx="12"/>
          </p:nvPr>
        </p:nvSpPr>
        <p:spPr/>
        <p:txBody>
          <a:bodyPr/>
          <a:lstStyle/>
          <a:p>
            <a:fld id="{D7DBF366-2C01-4F49-BE64-D7AF5E480A83}" type="slidenum">
              <a:rPr lang="fr-FR" smtClean="0"/>
              <a:t>‹N°›</a:t>
            </a:fld>
            <a:endParaRPr lang="fr-FR"/>
          </a:p>
        </p:txBody>
      </p:sp>
    </p:spTree>
    <p:extLst>
      <p:ext uri="{BB962C8B-B14F-4D97-AF65-F5344CB8AC3E}">
        <p14:creationId xmlns:p14="http://schemas.microsoft.com/office/powerpoint/2010/main" val="151485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F1E09-8D7B-24B3-697B-620B5BDCC9D2}"/>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8510AAF-C2AF-CEF7-51B5-5E97EB834BA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4D416B5-87F1-232E-5EAC-9459C2DCB5D2}"/>
              </a:ext>
            </a:extLst>
          </p:cNvPr>
          <p:cNvSpPr>
            <a:spLocks noGrp="1"/>
          </p:cNvSpPr>
          <p:nvPr>
            <p:ph type="dt" sz="half" idx="10"/>
          </p:nvPr>
        </p:nvSpPr>
        <p:spPr/>
        <p:txBody>
          <a:bodyPr/>
          <a:lstStyle/>
          <a:p>
            <a:fld id="{1426DF56-83F0-4B76-97D6-028202E325D1}" type="datetimeFigureOut">
              <a:rPr lang="fr-FR" smtClean="0"/>
              <a:t>13/11/2024</a:t>
            </a:fld>
            <a:endParaRPr lang="fr-FR"/>
          </a:p>
        </p:txBody>
      </p:sp>
      <p:sp>
        <p:nvSpPr>
          <p:cNvPr id="5" name="Espace réservé du pied de page 4">
            <a:extLst>
              <a:ext uri="{FF2B5EF4-FFF2-40B4-BE49-F238E27FC236}">
                <a16:creationId xmlns:a16="http://schemas.microsoft.com/office/drawing/2014/main" id="{29B2809E-0687-AFEE-8D70-D65A99AF246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3F2091-921E-6E6C-3AB4-FC7B88EB9948}"/>
              </a:ext>
            </a:extLst>
          </p:cNvPr>
          <p:cNvSpPr>
            <a:spLocks noGrp="1"/>
          </p:cNvSpPr>
          <p:nvPr>
            <p:ph type="sldNum" sz="quarter" idx="12"/>
          </p:nvPr>
        </p:nvSpPr>
        <p:spPr/>
        <p:txBody>
          <a:bodyPr/>
          <a:lstStyle/>
          <a:p>
            <a:fld id="{D7DBF366-2C01-4F49-BE64-D7AF5E480A83}" type="slidenum">
              <a:rPr lang="fr-FR" smtClean="0"/>
              <a:t>‹N°›</a:t>
            </a:fld>
            <a:endParaRPr lang="fr-FR"/>
          </a:p>
        </p:txBody>
      </p:sp>
    </p:spTree>
    <p:extLst>
      <p:ext uri="{BB962C8B-B14F-4D97-AF65-F5344CB8AC3E}">
        <p14:creationId xmlns:p14="http://schemas.microsoft.com/office/powerpoint/2010/main" val="1941178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3A1BC71-951B-763F-334B-86386CBF7BB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3C75C51-9BEB-E19B-E659-92C9DB6F715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8081D43-C946-0068-FAAB-2A6EA0C2609A}"/>
              </a:ext>
            </a:extLst>
          </p:cNvPr>
          <p:cNvSpPr>
            <a:spLocks noGrp="1"/>
          </p:cNvSpPr>
          <p:nvPr>
            <p:ph type="dt" sz="half" idx="10"/>
          </p:nvPr>
        </p:nvSpPr>
        <p:spPr/>
        <p:txBody>
          <a:bodyPr/>
          <a:lstStyle/>
          <a:p>
            <a:fld id="{1426DF56-83F0-4B76-97D6-028202E325D1}" type="datetimeFigureOut">
              <a:rPr lang="fr-FR" smtClean="0"/>
              <a:t>13/11/2024</a:t>
            </a:fld>
            <a:endParaRPr lang="fr-FR"/>
          </a:p>
        </p:txBody>
      </p:sp>
      <p:sp>
        <p:nvSpPr>
          <p:cNvPr id="5" name="Espace réservé du pied de page 4">
            <a:extLst>
              <a:ext uri="{FF2B5EF4-FFF2-40B4-BE49-F238E27FC236}">
                <a16:creationId xmlns:a16="http://schemas.microsoft.com/office/drawing/2014/main" id="{F1DBC942-8B0A-BB7C-EA72-926398A9047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80CFB32-3A41-6DB0-D477-8CEBDC23092A}"/>
              </a:ext>
            </a:extLst>
          </p:cNvPr>
          <p:cNvSpPr>
            <a:spLocks noGrp="1"/>
          </p:cNvSpPr>
          <p:nvPr>
            <p:ph type="sldNum" sz="quarter" idx="12"/>
          </p:nvPr>
        </p:nvSpPr>
        <p:spPr/>
        <p:txBody>
          <a:bodyPr/>
          <a:lstStyle/>
          <a:p>
            <a:fld id="{D7DBF366-2C01-4F49-BE64-D7AF5E480A83}" type="slidenum">
              <a:rPr lang="fr-FR" smtClean="0"/>
              <a:t>‹N°›</a:t>
            </a:fld>
            <a:endParaRPr lang="fr-FR"/>
          </a:p>
        </p:txBody>
      </p:sp>
    </p:spTree>
    <p:extLst>
      <p:ext uri="{BB962C8B-B14F-4D97-AF65-F5344CB8AC3E}">
        <p14:creationId xmlns:p14="http://schemas.microsoft.com/office/powerpoint/2010/main" val="4287788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E1BB395-5CDD-BB15-BA34-C9574A5C7F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F10C1FE-0AC6-A89F-03BD-BCE31D3243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A3F8F09-2F6C-FAE7-4D2B-05E586F39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26DF56-83F0-4B76-97D6-028202E325D1}" type="datetimeFigureOut">
              <a:rPr lang="fr-FR" smtClean="0"/>
              <a:t>13/11/2024</a:t>
            </a:fld>
            <a:endParaRPr lang="fr-FR"/>
          </a:p>
        </p:txBody>
      </p:sp>
      <p:sp>
        <p:nvSpPr>
          <p:cNvPr id="5" name="Espace réservé du pied de page 4">
            <a:extLst>
              <a:ext uri="{FF2B5EF4-FFF2-40B4-BE49-F238E27FC236}">
                <a16:creationId xmlns:a16="http://schemas.microsoft.com/office/drawing/2014/main" id="{D55E4602-EC40-7955-F5A5-E0F59021A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6F0B7DEA-A3FF-4451-EB8A-8929CA982A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DBF366-2C01-4F49-BE64-D7AF5E480A83}" type="slidenum">
              <a:rPr lang="fr-FR" smtClean="0"/>
              <a:t>‹N°›</a:t>
            </a:fld>
            <a:endParaRPr lang="fr-FR"/>
          </a:p>
        </p:txBody>
      </p:sp>
    </p:spTree>
    <p:extLst>
      <p:ext uri="{BB962C8B-B14F-4D97-AF65-F5344CB8AC3E}">
        <p14:creationId xmlns:p14="http://schemas.microsoft.com/office/powerpoint/2010/main" val="778991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5893A2D9-D4A1-0AB4-F077-4B2D7AAC2C4D}"/>
              </a:ext>
            </a:extLst>
          </p:cNvPr>
          <p:cNvPicPr>
            <a:picLocks noChangeAspect="1"/>
          </p:cNvPicPr>
          <p:nvPr/>
        </p:nvPicPr>
        <p:blipFill>
          <a:blip r:embed="rId2">
            <a:alphaModFix amt="50000"/>
          </a:blip>
          <a:srcRect b="6308"/>
          <a:stretch/>
        </p:blipFill>
        <p:spPr>
          <a:xfrm>
            <a:off x="565983" y="1162052"/>
            <a:ext cx="10812384" cy="4962524"/>
          </a:xfrm>
          <a:prstGeom prst="rect">
            <a:avLst/>
          </a:prstGeom>
        </p:spPr>
      </p:pic>
      <p:sp>
        <p:nvSpPr>
          <p:cNvPr id="14" name="Rectangle 13">
            <a:extLst>
              <a:ext uri="{FF2B5EF4-FFF2-40B4-BE49-F238E27FC236}">
                <a16:creationId xmlns:a16="http://schemas.microsoft.com/office/drawing/2014/main" id="{4C5982D5-A657-2FCE-B0FF-8FDCD0D9B67D}"/>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sp>
        <p:nvSpPr>
          <p:cNvPr id="2" name="Rectangle 1">
            <a:extLst>
              <a:ext uri="{FF2B5EF4-FFF2-40B4-BE49-F238E27FC236}">
                <a16:creationId xmlns:a16="http://schemas.microsoft.com/office/drawing/2014/main" id="{78902BE1-448C-E2EF-FC16-74B6ED4F4E6D}"/>
              </a:ext>
            </a:extLst>
          </p:cNvPr>
          <p:cNvSpPr/>
          <p:nvPr/>
        </p:nvSpPr>
        <p:spPr>
          <a:xfrm>
            <a:off x="2346036" y="2438240"/>
            <a:ext cx="7499927" cy="646331"/>
          </a:xfrm>
          <a:prstGeom prst="rect">
            <a:avLst/>
          </a:prstGeom>
          <a:solidFill>
            <a:srgbClr val="FDB414"/>
          </a:solid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de bâtiments communaux</a:t>
            </a:r>
          </a:p>
        </p:txBody>
      </p:sp>
      <p:sp>
        <p:nvSpPr>
          <p:cNvPr id="3" name="Rectangle 2">
            <a:extLst>
              <a:ext uri="{FF2B5EF4-FFF2-40B4-BE49-F238E27FC236}">
                <a16:creationId xmlns:a16="http://schemas.microsoft.com/office/drawing/2014/main" id="{3338F533-819B-2EE3-BE3B-DFBEF2AAB474}"/>
              </a:ext>
            </a:extLst>
          </p:cNvPr>
          <p:cNvSpPr/>
          <p:nvPr/>
        </p:nvSpPr>
        <p:spPr>
          <a:xfrm>
            <a:off x="2298410" y="3819127"/>
            <a:ext cx="7499927" cy="646331"/>
          </a:xfrm>
          <a:prstGeom prst="rect">
            <a:avLst/>
          </a:prstGeom>
          <a:solidFill>
            <a:srgbClr val="FDB414"/>
          </a:solid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4 étudiants CIEL option IR</a:t>
            </a:r>
          </a:p>
        </p:txBody>
      </p:sp>
      <p:pic>
        <p:nvPicPr>
          <p:cNvPr id="7" name="Image 6">
            <a:extLst>
              <a:ext uri="{FF2B5EF4-FFF2-40B4-BE49-F238E27FC236}">
                <a16:creationId xmlns:a16="http://schemas.microsoft.com/office/drawing/2014/main" id="{8A875ABE-D839-8D11-377C-873D29E35901}"/>
              </a:ext>
            </a:extLst>
          </p:cNvPr>
          <p:cNvPicPr>
            <a:picLocks noChangeAspect="1"/>
          </p:cNvPicPr>
          <p:nvPr/>
        </p:nvPicPr>
        <p:blipFill>
          <a:blip r:embed="rId3"/>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8BD117FF-B17E-7929-A14F-446197957EDF}"/>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B068089-7B59-C143-2C2D-AF6EC5182B0C}"/>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Tree>
    <p:extLst>
      <p:ext uri="{BB962C8B-B14F-4D97-AF65-F5344CB8AC3E}">
        <p14:creationId xmlns:p14="http://schemas.microsoft.com/office/powerpoint/2010/main" val="2366884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1C199-ACFB-6B01-D115-7D23EC684C5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1DC8E14-3EDD-77D3-FB6E-E45BE28A4A17}"/>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5AACC9A9-87C5-7B65-4377-9E8CD253E1D2}"/>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62039812-C117-F9D0-8666-B2409515BECD}"/>
              </a:ext>
            </a:extLst>
          </p:cNvPr>
          <p:cNvPicPr>
            <a:picLocks noChangeAspect="1"/>
          </p:cNvPicPr>
          <p:nvPr/>
        </p:nvPicPr>
        <p:blipFill>
          <a:blip r:embed="rId2"/>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E0353F24-9202-369E-7307-5D594446B93B}"/>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pic>
        <p:nvPicPr>
          <p:cNvPr id="1026" name="Picture 2" descr="SMICA Syndicat mixte pour la Modernisation et l’Ingénierie informatique des Collectivités ou établissements publics Adhérents ">
            <a:extLst>
              <a:ext uri="{FF2B5EF4-FFF2-40B4-BE49-F238E27FC236}">
                <a16:creationId xmlns:a16="http://schemas.microsoft.com/office/drawing/2014/main" id="{D20C9A4C-9AEB-5358-D881-CC7FE6EFF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4377" y="1136651"/>
            <a:ext cx="3859391" cy="1142314"/>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5426AEDF-3C8E-4C73-D3A9-6E1BDD1F442B}"/>
              </a:ext>
            </a:extLst>
          </p:cNvPr>
          <p:cNvPicPr>
            <a:picLocks noChangeAspect="1"/>
          </p:cNvPicPr>
          <p:nvPr/>
        </p:nvPicPr>
        <p:blipFill>
          <a:blip r:embed="rId4"/>
          <a:srcRect t="10125" b="10796"/>
          <a:stretch/>
        </p:blipFill>
        <p:spPr>
          <a:xfrm>
            <a:off x="1293963" y="3808648"/>
            <a:ext cx="5364011" cy="2020493"/>
          </a:xfrm>
          <a:prstGeom prst="rect">
            <a:avLst/>
          </a:prstGeom>
        </p:spPr>
      </p:pic>
      <p:sp>
        <p:nvSpPr>
          <p:cNvPr id="6" name="ZoneTexte 5">
            <a:extLst>
              <a:ext uri="{FF2B5EF4-FFF2-40B4-BE49-F238E27FC236}">
                <a16:creationId xmlns:a16="http://schemas.microsoft.com/office/drawing/2014/main" id="{3BAF3E94-D1B5-81B3-AA1A-143A75415323}"/>
              </a:ext>
            </a:extLst>
          </p:cNvPr>
          <p:cNvSpPr txBox="1"/>
          <p:nvPr/>
        </p:nvSpPr>
        <p:spPr>
          <a:xfrm>
            <a:off x="7187450" y="1274217"/>
            <a:ext cx="4580832" cy="2031325"/>
          </a:xfrm>
          <a:prstGeom prst="rect">
            <a:avLst/>
          </a:prstGeom>
          <a:noFill/>
        </p:spPr>
        <p:txBody>
          <a:bodyPr wrap="square" rtlCol="0">
            <a:spAutoFit/>
          </a:bodyPr>
          <a:lstStyle/>
          <a:p>
            <a:pPr algn="just"/>
            <a:r>
              <a:rPr lang="fr-FR" dirty="0">
                <a:latin typeface="Poppins" panose="00000500000000000000" pitchFamily="2" charset="0"/>
                <a:cs typeface="Poppins" panose="00000500000000000000" pitchFamily="2" charset="0"/>
              </a:rPr>
              <a:t>Le syndicat a pour objet </a:t>
            </a:r>
            <a:r>
              <a:rPr lang="fr-FR" b="1" dirty="0">
                <a:latin typeface="Poppins" panose="00000500000000000000" pitchFamily="2" charset="0"/>
                <a:cs typeface="Poppins" panose="00000500000000000000" pitchFamily="2" charset="0"/>
              </a:rPr>
              <a:t>la recherche</a:t>
            </a:r>
            <a:r>
              <a:rPr lang="fr-FR" dirty="0">
                <a:latin typeface="Poppins" panose="00000500000000000000" pitchFamily="2" charset="0"/>
                <a:cs typeface="Poppins" panose="00000500000000000000" pitchFamily="2" charset="0"/>
              </a:rPr>
              <a:t>, la veille technologique, l’accompagnement, le développement, la formation et la gestion de services et usages dans le domaine numérique pour l’ensemble de ses adhérents.</a:t>
            </a:r>
          </a:p>
        </p:txBody>
      </p:sp>
      <p:sp>
        <p:nvSpPr>
          <p:cNvPr id="8" name="ZoneTexte 7">
            <a:extLst>
              <a:ext uri="{FF2B5EF4-FFF2-40B4-BE49-F238E27FC236}">
                <a16:creationId xmlns:a16="http://schemas.microsoft.com/office/drawing/2014/main" id="{B8EEBEDE-FDAC-D4B6-1170-A3CDBA772C7D}"/>
              </a:ext>
            </a:extLst>
          </p:cNvPr>
          <p:cNvSpPr txBox="1"/>
          <p:nvPr/>
        </p:nvSpPr>
        <p:spPr>
          <a:xfrm>
            <a:off x="1224951" y="2222400"/>
            <a:ext cx="5556849" cy="1569660"/>
          </a:xfrm>
          <a:prstGeom prst="rect">
            <a:avLst/>
          </a:prstGeom>
          <a:noFill/>
        </p:spPr>
        <p:txBody>
          <a:bodyPr wrap="square" rtlCol="0">
            <a:spAutoFit/>
          </a:bodyPr>
          <a:lstStyle/>
          <a:p>
            <a:pPr algn="just"/>
            <a:r>
              <a:rPr lang="fr-FR" sz="2400" b="1" dirty="0">
                <a:solidFill>
                  <a:srgbClr val="EF7620"/>
                </a:solidFill>
                <a:latin typeface="Poppins" panose="00000500000000000000" pitchFamily="2" charset="0"/>
                <a:cs typeface="Poppins" panose="00000500000000000000" pitchFamily="2" charset="0"/>
              </a:rPr>
              <a:t>S</a:t>
            </a:r>
            <a:r>
              <a:rPr lang="fr-FR" dirty="0">
                <a:latin typeface="Poppins" panose="00000500000000000000" pitchFamily="2" charset="0"/>
                <a:cs typeface="Poppins" panose="00000500000000000000" pitchFamily="2" charset="0"/>
              </a:rPr>
              <a:t>yndicat mixte pour la </a:t>
            </a:r>
            <a:r>
              <a:rPr lang="fr-FR" sz="2400" b="1" dirty="0">
                <a:solidFill>
                  <a:srgbClr val="EF7620"/>
                </a:solidFill>
                <a:latin typeface="Poppins" panose="00000500000000000000" pitchFamily="2" charset="0"/>
                <a:cs typeface="Poppins" panose="00000500000000000000" pitchFamily="2" charset="0"/>
              </a:rPr>
              <a:t>M</a:t>
            </a:r>
            <a:r>
              <a:rPr lang="fr-FR" dirty="0">
                <a:latin typeface="Poppins" panose="00000500000000000000" pitchFamily="2" charset="0"/>
                <a:cs typeface="Poppins" panose="00000500000000000000" pitchFamily="2" charset="0"/>
              </a:rPr>
              <a:t>odernisation numérique et l’ingénierie </a:t>
            </a:r>
            <a:r>
              <a:rPr lang="fr-FR" sz="2400" b="1" dirty="0">
                <a:solidFill>
                  <a:srgbClr val="EF7620"/>
                </a:solidFill>
                <a:latin typeface="Poppins" panose="00000500000000000000" pitchFamily="2" charset="0"/>
                <a:cs typeface="Poppins" panose="00000500000000000000" pitchFamily="2" charset="0"/>
              </a:rPr>
              <a:t>I</a:t>
            </a:r>
            <a:r>
              <a:rPr lang="fr-FR" dirty="0">
                <a:latin typeface="Poppins" panose="00000500000000000000" pitchFamily="2" charset="0"/>
                <a:cs typeface="Poppins" panose="00000500000000000000" pitchFamily="2" charset="0"/>
              </a:rPr>
              <a:t>nformatique des </a:t>
            </a:r>
            <a:r>
              <a:rPr lang="fr-FR" sz="2400" b="1" dirty="0">
                <a:solidFill>
                  <a:srgbClr val="EF7620"/>
                </a:solidFill>
                <a:latin typeface="Poppins" panose="00000500000000000000" pitchFamily="2" charset="0"/>
                <a:cs typeface="Poppins" panose="00000500000000000000" pitchFamily="2" charset="0"/>
              </a:rPr>
              <a:t>C</a:t>
            </a:r>
            <a:r>
              <a:rPr lang="fr-FR" dirty="0">
                <a:latin typeface="Poppins" panose="00000500000000000000" pitchFamily="2" charset="0"/>
                <a:cs typeface="Poppins" panose="00000500000000000000" pitchFamily="2" charset="0"/>
              </a:rPr>
              <a:t>ollectivités et établissements publics </a:t>
            </a:r>
            <a:r>
              <a:rPr lang="fr-FR" sz="2400" b="1" dirty="0">
                <a:solidFill>
                  <a:srgbClr val="EF7620"/>
                </a:solidFill>
                <a:latin typeface="Poppins" panose="00000500000000000000" pitchFamily="2" charset="0"/>
                <a:cs typeface="Poppins" panose="00000500000000000000" pitchFamily="2" charset="0"/>
              </a:rPr>
              <a:t>A</a:t>
            </a:r>
            <a:r>
              <a:rPr lang="fr-FR" dirty="0">
                <a:latin typeface="Poppins" panose="00000500000000000000" pitchFamily="2" charset="0"/>
                <a:cs typeface="Poppins" panose="00000500000000000000" pitchFamily="2" charset="0"/>
              </a:rPr>
              <a:t>dhérents</a:t>
            </a:r>
          </a:p>
        </p:txBody>
      </p:sp>
      <p:sp>
        <p:nvSpPr>
          <p:cNvPr id="11" name="ZoneTexte 10">
            <a:extLst>
              <a:ext uri="{FF2B5EF4-FFF2-40B4-BE49-F238E27FC236}">
                <a16:creationId xmlns:a16="http://schemas.microsoft.com/office/drawing/2014/main" id="{E1FB35AA-95D4-89AF-8A83-6EF07C656282}"/>
              </a:ext>
            </a:extLst>
          </p:cNvPr>
          <p:cNvSpPr txBox="1"/>
          <p:nvPr/>
        </p:nvSpPr>
        <p:spPr>
          <a:xfrm>
            <a:off x="7159925" y="3264009"/>
            <a:ext cx="4698700" cy="2862322"/>
          </a:xfrm>
          <a:prstGeom prst="rect">
            <a:avLst/>
          </a:prstGeom>
          <a:noFill/>
        </p:spPr>
        <p:txBody>
          <a:bodyPr wrap="square" rtlCol="0">
            <a:spAutoFit/>
          </a:bodyPr>
          <a:lstStyle/>
          <a:p>
            <a:pPr algn="just"/>
            <a:r>
              <a:rPr lang="fr-FR" b="0" i="0" dirty="0">
                <a:solidFill>
                  <a:srgbClr val="000000"/>
                </a:solidFill>
                <a:effectLst/>
                <a:latin typeface="Poppins" panose="00000500000000000000" pitchFamily="2" charset="0"/>
                <a:cs typeface="Poppins" panose="00000500000000000000" pitchFamily="2" charset="0"/>
              </a:rPr>
              <a:t>Le SMICA intervient dans de nombreux domaines : gestion administrative (état civil, élections, paye, comptabilité, facturation), maintenance du matériel informatique, hébergement des données, dématérialisation des échanges avec les services de l’Etat, profil acheteur, réalisation de sites internet, systèmes d’information géographique, …</a:t>
            </a:r>
            <a:endParaRPr lang="fr-FR" dirty="0">
              <a:latin typeface="Poppins" panose="00000500000000000000" pitchFamily="2" charset="0"/>
              <a:cs typeface="Poppins" panose="00000500000000000000" pitchFamily="2" charset="0"/>
            </a:endParaRPr>
          </a:p>
        </p:txBody>
      </p:sp>
      <p:sp>
        <p:nvSpPr>
          <p:cNvPr id="12" name="Rectangle 11">
            <a:extLst>
              <a:ext uri="{FF2B5EF4-FFF2-40B4-BE49-F238E27FC236}">
                <a16:creationId xmlns:a16="http://schemas.microsoft.com/office/drawing/2014/main" id="{90AD7460-4CB5-E9EC-4E18-489D65DCC6F8}"/>
              </a:ext>
            </a:extLst>
          </p:cNvPr>
          <p:cNvSpPr/>
          <p:nvPr/>
        </p:nvSpPr>
        <p:spPr>
          <a:xfrm rot="16200000">
            <a:off x="-2128636" y="3252294"/>
            <a:ext cx="5062245" cy="523220"/>
          </a:xfrm>
          <a:prstGeom prst="rect">
            <a:avLst/>
          </a:prstGeom>
          <a:noFill/>
        </p:spPr>
        <p:txBody>
          <a:bodyPr wrap="square" lIns="91440" tIns="45720" rIns="91440" bIns="45720">
            <a:spAutoFit/>
          </a:bodyPr>
          <a:lstStyle/>
          <a:p>
            <a:r>
              <a:rPr lang="fr-FR" sz="2800" b="1" spc="50" dirty="0">
                <a:ln w="9525" cmpd="sng">
                  <a:solidFill>
                    <a:srgbClr val="004F6B"/>
                  </a:solidFill>
                  <a:prstDash val="solid"/>
                </a:ln>
                <a:solidFill>
                  <a:srgbClr val="70AD47">
                    <a:tint val="1000"/>
                  </a:srgbClr>
                </a:solidFill>
                <a:effectLst>
                  <a:glow rad="38100">
                    <a:schemeClr val="accent1">
                      <a:alpha val="40000"/>
                    </a:schemeClr>
                  </a:glow>
                </a:effectLst>
              </a:rPr>
              <a:t>Partenaire</a:t>
            </a:r>
          </a:p>
        </p:txBody>
      </p:sp>
      <p:sp>
        <p:nvSpPr>
          <p:cNvPr id="13" name="Rectangle : coins arrondis 12">
            <a:extLst>
              <a:ext uri="{FF2B5EF4-FFF2-40B4-BE49-F238E27FC236}">
                <a16:creationId xmlns:a16="http://schemas.microsoft.com/office/drawing/2014/main" id="{CA3F09A5-6D24-8E2B-39DE-44A49EB06E04}"/>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12310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9FC02-82C0-8C90-4524-1B68CE26466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1D38EB8-7DA7-3BC6-F79D-06398F2D305D}"/>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F290AD1D-7FBE-3720-05AA-B1FCE9B005A9}"/>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5BD3F50D-D585-6397-AE40-9360477C2563}"/>
              </a:ext>
            </a:extLst>
          </p:cNvPr>
          <p:cNvPicPr>
            <a:picLocks noChangeAspect="1"/>
          </p:cNvPicPr>
          <p:nvPr/>
        </p:nvPicPr>
        <p:blipFill>
          <a:blip r:embed="rId2"/>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B517F755-7358-92CB-C832-7516910AE058}"/>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07A3F87-C2FE-F2CD-C7AB-B3E91518A2A4}"/>
              </a:ext>
            </a:extLst>
          </p:cNvPr>
          <p:cNvSpPr/>
          <p:nvPr/>
        </p:nvSpPr>
        <p:spPr>
          <a:xfrm rot="16200000">
            <a:off x="-2128636" y="3252294"/>
            <a:ext cx="5062245" cy="523220"/>
          </a:xfrm>
          <a:prstGeom prst="rect">
            <a:avLst/>
          </a:prstGeom>
          <a:noFill/>
          <a:ln>
            <a:noFill/>
          </a:ln>
        </p:spPr>
        <p:txBody>
          <a:bodyPr wrap="square" lIns="91440" tIns="45720" rIns="91440" bIns="45720">
            <a:spAutoFit/>
          </a:bodyPr>
          <a:lstStyle/>
          <a:p>
            <a:r>
              <a:rPr lang="fr-FR" sz="2800" b="1" spc="50" dirty="0">
                <a:ln w="9525" cmpd="sng">
                  <a:solidFill>
                    <a:schemeClr val="tx1"/>
                  </a:solidFill>
                  <a:prstDash val="solid"/>
                </a:ln>
                <a:solidFill>
                  <a:srgbClr val="70AD47">
                    <a:tint val="1000"/>
                  </a:srgbClr>
                </a:solidFill>
                <a:effectLst>
                  <a:glow rad="38100">
                    <a:schemeClr val="accent1">
                      <a:alpha val="40000"/>
                    </a:schemeClr>
                  </a:glow>
                </a:effectLst>
              </a:rPr>
              <a:t>Expression du besoin</a:t>
            </a:r>
          </a:p>
        </p:txBody>
      </p:sp>
      <p:sp>
        <p:nvSpPr>
          <p:cNvPr id="13" name="Rectangle : coins arrondis 12">
            <a:extLst>
              <a:ext uri="{FF2B5EF4-FFF2-40B4-BE49-F238E27FC236}">
                <a16:creationId xmlns:a16="http://schemas.microsoft.com/office/drawing/2014/main" id="{C07B6B4E-AF18-C261-3265-A9037559F724}"/>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pic>
        <p:nvPicPr>
          <p:cNvPr id="2" name="Image 1">
            <a:extLst>
              <a:ext uri="{FF2B5EF4-FFF2-40B4-BE49-F238E27FC236}">
                <a16:creationId xmlns:a16="http://schemas.microsoft.com/office/drawing/2014/main" id="{24B23AF4-F244-3FC6-5492-A716218F1EB1}"/>
              </a:ext>
            </a:extLst>
          </p:cNvPr>
          <p:cNvPicPr>
            <a:picLocks noChangeAspect="1"/>
          </p:cNvPicPr>
          <p:nvPr/>
        </p:nvPicPr>
        <p:blipFill>
          <a:blip r:embed="rId3"/>
          <a:stretch>
            <a:fillRect/>
          </a:stretch>
        </p:blipFill>
        <p:spPr>
          <a:xfrm>
            <a:off x="1177072" y="2692402"/>
            <a:ext cx="5018624" cy="3352626"/>
          </a:xfrm>
          <a:prstGeom prst="rect">
            <a:avLst/>
          </a:prstGeom>
        </p:spPr>
      </p:pic>
      <p:sp>
        <p:nvSpPr>
          <p:cNvPr id="3" name="ZoneTexte 2">
            <a:extLst>
              <a:ext uri="{FF2B5EF4-FFF2-40B4-BE49-F238E27FC236}">
                <a16:creationId xmlns:a16="http://schemas.microsoft.com/office/drawing/2014/main" id="{9DF8F980-0E1D-0886-A902-FE69AE76085F}"/>
              </a:ext>
            </a:extLst>
          </p:cNvPr>
          <p:cNvSpPr txBox="1"/>
          <p:nvPr/>
        </p:nvSpPr>
        <p:spPr>
          <a:xfrm>
            <a:off x="1177072" y="1511371"/>
            <a:ext cx="10681553" cy="707886"/>
          </a:xfrm>
          <a:prstGeom prst="rect">
            <a:avLst/>
          </a:prstGeom>
          <a:noFill/>
        </p:spPr>
        <p:txBody>
          <a:bodyPr wrap="square" rtlCol="0">
            <a:spAutoFit/>
          </a:bodyPr>
          <a:lstStyle/>
          <a:p>
            <a:r>
              <a:rPr lang="fr-FR" sz="2000" dirty="0">
                <a:latin typeface="Poppins" panose="00000500000000000000" pitchFamily="2" charset="0"/>
                <a:cs typeface="Poppins" panose="00000500000000000000" pitchFamily="2" charset="0"/>
              </a:rPr>
              <a:t>Afin d’étoffer son catalogue de services, le SMICA souhaiterait proposer un service de </a:t>
            </a:r>
            <a:r>
              <a:rPr lang="fr-FR" sz="2000" b="1" dirty="0">
                <a:latin typeface="Poppins" panose="00000500000000000000" pitchFamily="2" charset="0"/>
                <a:cs typeface="Poppins" panose="00000500000000000000" pitchFamily="2" charset="0"/>
              </a:rPr>
              <a:t>G</a:t>
            </a:r>
            <a:r>
              <a:rPr lang="fr-FR" sz="2000" dirty="0">
                <a:latin typeface="Poppins" panose="00000500000000000000" pitchFamily="2" charset="0"/>
                <a:cs typeface="Poppins" panose="00000500000000000000" pitchFamily="2" charset="0"/>
              </a:rPr>
              <a:t>estion </a:t>
            </a:r>
            <a:r>
              <a:rPr lang="fr-FR" sz="2000" b="1" dirty="0">
                <a:latin typeface="Poppins" panose="00000500000000000000" pitchFamily="2" charset="0"/>
                <a:cs typeface="Poppins" panose="00000500000000000000" pitchFamily="2" charset="0"/>
              </a:rPr>
              <a:t>T</a:t>
            </a:r>
            <a:r>
              <a:rPr lang="fr-FR" sz="2000" dirty="0">
                <a:latin typeface="Poppins" panose="00000500000000000000" pitchFamily="2" charset="0"/>
                <a:cs typeface="Poppins" panose="00000500000000000000" pitchFamily="2" charset="0"/>
              </a:rPr>
              <a:t>echnique du Bâtiment aux communes qui adhèrent.</a:t>
            </a:r>
          </a:p>
        </p:txBody>
      </p:sp>
      <p:sp>
        <p:nvSpPr>
          <p:cNvPr id="4" name="ZoneTexte 3">
            <a:extLst>
              <a:ext uri="{FF2B5EF4-FFF2-40B4-BE49-F238E27FC236}">
                <a16:creationId xmlns:a16="http://schemas.microsoft.com/office/drawing/2014/main" id="{99BAAA97-F972-3072-FB76-71A75C52D858}"/>
              </a:ext>
            </a:extLst>
          </p:cNvPr>
          <p:cNvSpPr txBox="1"/>
          <p:nvPr/>
        </p:nvSpPr>
        <p:spPr>
          <a:xfrm>
            <a:off x="6642100" y="2692402"/>
            <a:ext cx="5216525" cy="2616101"/>
          </a:xfrm>
          <a:prstGeom prst="rect">
            <a:avLst/>
          </a:prstGeom>
          <a:noFill/>
        </p:spPr>
        <p:txBody>
          <a:bodyPr wrap="square" rtlCol="0">
            <a:spAutoFit/>
          </a:bodyPr>
          <a:lstStyle/>
          <a:p>
            <a:r>
              <a:rPr lang="fr-FR" dirty="0">
                <a:latin typeface="Poppins" panose="00000500000000000000" pitchFamily="2" charset="0"/>
                <a:cs typeface="Poppins" panose="00000500000000000000" pitchFamily="2" charset="0"/>
              </a:rPr>
              <a:t>Ce nouveau service permettrait :</a:t>
            </a:r>
          </a:p>
          <a:p>
            <a:pPr marL="285750" indent="-285750">
              <a:spcBef>
                <a:spcPts val="600"/>
              </a:spcBef>
              <a:buClr>
                <a:srgbClr val="004F6B"/>
              </a:buClr>
              <a:buFont typeface="Wingdings" panose="05000000000000000000" pitchFamily="2" charset="2"/>
              <a:buChar char="§"/>
            </a:pPr>
            <a:r>
              <a:rPr lang="fr-FR" b="1" dirty="0">
                <a:solidFill>
                  <a:srgbClr val="3D4459"/>
                </a:solidFill>
                <a:latin typeface="Poppins" panose="00000500000000000000" pitchFamily="2" charset="0"/>
                <a:cs typeface="Poppins" panose="00000500000000000000" pitchFamily="2" charset="0"/>
              </a:rPr>
              <a:t>Une  amélioration </a:t>
            </a:r>
            <a:r>
              <a:rPr lang="fr-FR" b="1" i="0" dirty="0">
                <a:solidFill>
                  <a:srgbClr val="3D4459"/>
                </a:solidFill>
                <a:effectLst/>
                <a:latin typeface="Poppins" panose="00000500000000000000" pitchFamily="2" charset="0"/>
                <a:cs typeface="Poppins" panose="00000500000000000000" pitchFamily="2" charset="0"/>
              </a:rPr>
              <a:t>de l’efficacité énergétique </a:t>
            </a:r>
          </a:p>
          <a:p>
            <a:pPr marL="285750" indent="-285750">
              <a:spcBef>
                <a:spcPts val="600"/>
              </a:spcBef>
              <a:buClr>
                <a:srgbClr val="004F6B"/>
              </a:buClr>
              <a:buFont typeface="Wingdings" panose="05000000000000000000" pitchFamily="2" charset="2"/>
              <a:buChar char="§"/>
            </a:pPr>
            <a:r>
              <a:rPr lang="fr-FR" b="1" i="0" dirty="0">
                <a:solidFill>
                  <a:srgbClr val="3D4459"/>
                </a:solidFill>
                <a:effectLst/>
                <a:latin typeface="Poppins" panose="00000500000000000000" pitchFamily="2" charset="0"/>
              </a:rPr>
              <a:t>Une réduction des coûts d’exploitation</a:t>
            </a:r>
          </a:p>
          <a:p>
            <a:pPr marL="285750" indent="-285750">
              <a:spcBef>
                <a:spcPts val="600"/>
              </a:spcBef>
              <a:buClr>
                <a:srgbClr val="004F6B"/>
              </a:buClr>
              <a:buFont typeface="Wingdings" panose="05000000000000000000" pitchFamily="2" charset="2"/>
              <a:buChar char="§"/>
            </a:pPr>
            <a:r>
              <a:rPr lang="fr-FR" b="1" i="0" dirty="0">
                <a:solidFill>
                  <a:srgbClr val="3D4459"/>
                </a:solidFill>
                <a:effectLst/>
                <a:latin typeface="Poppins" panose="00000500000000000000" pitchFamily="2" charset="0"/>
              </a:rPr>
              <a:t>Une amélioration du confort des occupants</a:t>
            </a:r>
          </a:p>
          <a:p>
            <a:pPr marL="285750" indent="-285750">
              <a:spcBef>
                <a:spcPts val="600"/>
              </a:spcBef>
              <a:buClr>
                <a:srgbClr val="004F6B"/>
              </a:buClr>
              <a:buFont typeface="Wingdings" panose="05000000000000000000" pitchFamily="2" charset="2"/>
              <a:buChar char="§"/>
            </a:pPr>
            <a:r>
              <a:rPr lang="fr-FR" b="1" i="0" dirty="0">
                <a:solidFill>
                  <a:srgbClr val="3D4459"/>
                </a:solidFill>
                <a:effectLst/>
                <a:latin typeface="Poppins" panose="00000500000000000000" pitchFamily="2" charset="0"/>
              </a:rPr>
              <a:t>Augmentation de la durabilité et de la performance du bâtiment</a:t>
            </a:r>
            <a:endParaRPr lang="fr-FR" b="0" i="0" dirty="0">
              <a:solidFill>
                <a:srgbClr val="3D4459"/>
              </a:solidFill>
              <a:effectLst/>
              <a:latin typeface="Poppins" panose="00000500000000000000" pitchFamily="2" charset="0"/>
            </a:endParaRPr>
          </a:p>
        </p:txBody>
      </p:sp>
    </p:spTree>
    <p:extLst>
      <p:ext uri="{BB962C8B-B14F-4D97-AF65-F5344CB8AC3E}">
        <p14:creationId xmlns:p14="http://schemas.microsoft.com/office/powerpoint/2010/main" val="686781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AD750-9556-56DB-65CE-73FC4536264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EFC076C-9810-112C-2249-4805C5ABCCA8}"/>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F681CAFB-0C91-8111-381D-59CA65F01FBC}"/>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5B549EB2-142F-3F79-AB03-2F05659D0156}"/>
              </a:ext>
            </a:extLst>
          </p:cNvPr>
          <p:cNvPicPr>
            <a:picLocks noChangeAspect="1"/>
          </p:cNvPicPr>
          <p:nvPr/>
        </p:nvPicPr>
        <p:blipFill>
          <a:blip r:embed="rId2"/>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941C3DD8-1A7F-E672-D2E0-FD0992B7C60F}"/>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F81D2B7C-05CB-0045-3893-ED1D43D28CFF}"/>
              </a:ext>
            </a:extLst>
          </p:cNvPr>
          <p:cNvSpPr/>
          <p:nvPr/>
        </p:nvSpPr>
        <p:spPr>
          <a:xfrm rot="16200000">
            <a:off x="-2128636" y="3252294"/>
            <a:ext cx="5062245" cy="523220"/>
          </a:xfrm>
          <a:prstGeom prst="rect">
            <a:avLst/>
          </a:prstGeom>
          <a:noFill/>
          <a:ln>
            <a:noFill/>
          </a:ln>
        </p:spPr>
        <p:txBody>
          <a:bodyPr wrap="square" lIns="91440" tIns="45720" rIns="91440" bIns="45720">
            <a:spAutoFit/>
          </a:bodyPr>
          <a:lstStyle/>
          <a:p>
            <a:r>
              <a:rPr lang="fr-FR" sz="2800" b="1" spc="50" dirty="0">
                <a:ln w="9525" cmpd="sng">
                  <a:solidFill>
                    <a:schemeClr val="tx1"/>
                  </a:solidFill>
                  <a:prstDash val="solid"/>
                </a:ln>
                <a:solidFill>
                  <a:srgbClr val="70AD47">
                    <a:tint val="1000"/>
                  </a:srgbClr>
                </a:solidFill>
                <a:effectLst>
                  <a:glow rad="38100">
                    <a:schemeClr val="accent1">
                      <a:alpha val="40000"/>
                    </a:schemeClr>
                  </a:glow>
                </a:effectLst>
              </a:rPr>
              <a:t>Expression du besoin</a:t>
            </a:r>
          </a:p>
        </p:txBody>
      </p:sp>
      <p:sp>
        <p:nvSpPr>
          <p:cNvPr id="13" name="Rectangle : coins arrondis 12">
            <a:extLst>
              <a:ext uri="{FF2B5EF4-FFF2-40B4-BE49-F238E27FC236}">
                <a16:creationId xmlns:a16="http://schemas.microsoft.com/office/drawing/2014/main" id="{15F7E15C-83FB-A2FC-ABAD-5BFB079C340C}"/>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pic>
        <p:nvPicPr>
          <p:cNvPr id="6" name="Image 5">
            <a:extLst>
              <a:ext uri="{FF2B5EF4-FFF2-40B4-BE49-F238E27FC236}">
                <a16:creationId xmlns:a16="http://schemas.microsoft.com/office/drawing/2014/main" id="{9446AF3C-060C-6343-933A-BF4B31DD3384}"/>
              </a:ext>
            </a:extLst>
          </p:cNvPr>
          <p:cNvPicPr>
            <a:picLocks noChangeAspect="1"/>
          </p:cNvPicPr>
          <p:nvPr/>
        </p:nvPicPr>
        <p:blipFill>
          <a:blip r:embed="rId3"/>
          <a:stretch>
            <a:fillRect/>
          </a:stretch>
        </p:blipFill>
        <p:spPr>
          <a:xfrm>
            <a:off x="1879133" y="1119573"/>
            <a:ext cx="8423876" cy="5017009"/>
          </a:xfrm>
          <a:prstGeom prst="rect">
            <a:avLst/>
          </a:prstGeom>
        </p:spPr>
      </p:pic>
    </p:spTree>
    <p:extLst>
      <p:ext uri="{BB962C8B-B14F-4D97-AF65-F5344CB8AC3E}">
        <p14:creationId xmlns:p14="http://schemas.microsoft.com/office/powerpoint/2010/main" val="1928523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776B1-1895-BA6F-6A88-2FEF4DA33F2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B7C2B5A-7E02-3A8B-1B60-82D3A4881ECB}"/>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2A87FDEC-3278-86A1-3252-5E3BD04DA3E7}"/>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5ABF4834-4AFC-A854-0F7C-FE40064E02EA}"/>
              </a:ext>
            </a:extLst>
          </p:cNvPr>
          <p:cNvPicPr>
            <a:picLocks noChangeAspect="1"/>
          </p:cNvPicPr>
          <p:nvPr/>
        </p:nvPicPr>
        <p:blipFill>
          <a:blip r:embed="rId2"/>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C35C3BAA-009F-3E7E-6604-03BAAB34DCC7}"/>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1CD06FA-66F8-00F2-1574-E8613C320AF3}"/>
              </a:ext>
            </a:extLst>
          </p:cNvPr>
          <p:cNvSpPr/>
          <p:nvPr/>
        </p:nvSpPr>
        <p:spPr>
          <a:xfrm rot="16200000">
            <a:off x="-2128636" y="3252294"/>
            <a:ext cx="5062245" cy="523220"/>
          </a:xfrm>
          <a:prstGeom prst="rect">
            <a:avLst/>
          </a:prstGeom>
          <a:noFill/>
          <a:ln>
            <a:noFill/>
          </a:ln>
        </p:spPr>
        <p:txBody>
          <a:bodyPr wrap="square" lIns="91440" tIns="45720" rIns="91440" bIns="45720">
            <a:spAutoFit/>
          </a:bodyPr>
          <a:lstStyle/>
          <a:p>
            <a:r>
              <a:rPr lang="fr-FR" sz="2800" b="1" spc="50" dirty="0">
                <a:ln w="9525" cmpd="sng">
                  <a:solidFill>
                    <a:schemeClr val="tx1"/>
                  </a:solidFill>
                  <a:prstDash val="solid"/>
                </a:ln>
                <a:solidFill>
                  <a:srgbClr val="70AD47">
                    <a:tint val="1000"/>
                  </a:srgbClr>
                </a:solidFill>
                <a:effectLst>
                  <a:glow rad="38100">
                    <a:schemeClr val="accent1">
                      <a:alpha val="40000"/>
                    </a:schemeClr>
                  </a:glow>
                </a:effectLst>
              </a:rPr>
              <a:t>Expression du besoin</a:t>
            </a:r>
          </a:p>
        </p:txBody>
      </p:sp>
      <p:sp>
        <p:nvSpPr>
          <p:cNvPr id="13" name="Rectangle : coins arrondis 12">
            <a:extLst>
              <a:ext uri="{FF2B5EF4-FFF2-40B4-BE49-F238E27FC236}">
                <a16:creationId xmlns:a16="http://schemas.microsoft.com/office/drawing/2014/main" id="{658A2D81-DD7A-CAC4-FA75-36A61DE85B2B}"/>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068A3084-690C-0565-EF81-F8638837A254}"/>
              </a:ext>
            </a:extLst>
          </p:cNvPr>
          <p:cNvPicPr>
            <a:picLocks noChangeAspect="1"/>
          </p:cNvPicPr>
          <p:nvPr/>
        </p:nvPicPr>
        <p:blipFill>
          <a:blip r:embed="rId3">
            <a:extLst>
              <a:ext uri="{28A0092B-C50C-407E-A947-70E740481C1C}">
                <a14:useLocalDpi xmlns:a14="http://schemas.microsoft.com/office/drawing/2010/main" val="0"/>
              </a:ext>
            </a:extLst>
          </a:blip>
          <a:srcRect l="11891" t="8450" r="16606" b="7917"/>
          <a:stretch/>
        </p:blipFill>
        <p:spPr>
          <a:xfrm rot="5400000">
            <a:off x="3529942" y="-626946"/>
            <a:ext cx="5121280" cy="8472042"/>
          </a:xfrm>
          <a:prstGeom prst="rect">
            <a:avLst/>
          </a:prstGeom>
        </p:spPr>
      </p:pic>
    </p:spTree>
    <p:extLst>
      <p:ext uri="{BB962C8B-B14F-4D97-AF65-F5344CB8AC3E}">
        <p14:creationId xmlns:p14="http://schemas.microsoft.com/office/powerpoint/2010/main" val="3889377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A417D-F724-4BA4-A462-38270BD67E1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CD6E2BE-2C48-3211-3DF0-23DD9D35F97D}"/>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506A4748-EB47-23BB-B72A-487BB331CF41}"/>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95DE9948-C7DE-1F8B-8701-8405D41C0D70}"/>
              </a:ext>
            </a:extLst>
          </p:cNvPr>
          <p:cNvPicPr>
            <a:picLocks noChangeAspect="1"/>
          </p:cNvPicPr>
          <p:nvPr/>
        </p:nvPicPr>
        <p:blipFill>
          <a:blip r:embed="rId2"/>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EA1BF09A-4CD2-C7F0-DC16-BC03772CB7B8}"/>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C6FDC68-B719-DE73-3F6B-05A0C4D873EC}"/>
              </a:ext>
            </a:extLst>
          </p:cNvPr>
          <p:cNvSpPr/>
          <p:nvPr/>
        </p:nvSpPr>
        <p:spPr>
          <a:xfrm rot="16200000">
            <a:off x="-2128636" y="3252294"/>
            <a:ext cx="5062245" cy="523220"/>
          </a:xfrm>
          <a:prstGeom prst="rect">
            <a:avLst/>
          </a:prstGeom>
          <a:noFill/>
          <a:ln>
            <a:noFill/>
          </a:ln>
        </p:spPr>
        <p:txBody>
          <a:bodyPr wrap="square" lIns="91440" tIns="45720" rIns="91440" bIns="45720">
            <a:spAutoFit/>
          </a:bodyPr>
          <a:lstStyle/>
          <a:p>
            <a:r>
              <a:rPr lang="fr-FR" sz="2800" b="1" spc="50" dirty="0">
                <a:ln w="9525" cmpd="sng">
                  <a:solidFill>
                    <a:schemeClr val="tx1"/>
                  </a:solidFill>
                  <a:prstDash val="solid"/>
                </a:ln>
                <a:solidFill>
                  <a:srgbClr val="70AD47">
                    <a:tint val="1000"/>
                  </a:srgbClr>
                </a:solidFill>
                <a:effectLst>
                  <a:glow rad="38100">
                    <a:schemeClr val="accent1">
                      <a:alpha val="40000"/>
                    </a:schemeClr>
                  </a:glow>
                </a:effectLst>
              </a:rPr>
              <a:t>Architecture</a:t>
            </a:r>
          </a:p>
        </p:txBody>
      </p:sp>
      <p:sp>
        <p:nvSpPr>
          <p:cNvPr id="13" name="Rectangle : coins arrondis 12">
            <a:extLst>
              <a:ext uri="{FF2B5EF4-FFF2-40B4-BE49-F238E27FC236}">
                <a16:creationId xmlns:a16="http://schemas.microsoft.com/office/drawing/2014/main" id="{38EF1082-72A2-BFF3-478F-CD6B3D2C8184}"/>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9A9A96BB-B903-CFC5-2951-5F060580F7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889" y="1733554"/>
            <a:ext cx="11060041" cy="3920163"/>
          </a:xfrm>
          <a:prstGeom prst="rect">
            <a:avLst/>
          </a:prstGeom>
        </p:spPr>
      </p:pic>
      <p:pic>
        <p:nvPicPr>
          <p:cNvPr id="11" name="Image 10">
            <a:extLst>
              <a:ext uri="{FF2B5EF4-FFF2-40B4-BE49-F238E27FC236}">
                <a16:creationId xmlns:a16="http://schemas.microsoft.com/office/drawing/2014/main" id="{E1279C63-EE7A-C8E7-A5DA-603930C208B0}"/>
              </a:ext>
            </a:extLst>
          </p:cNvPr>
          <p:cNvPicPr>
            <a:picLocks noChangeAspect="1"/>
          </p:cNvPicPr>
          <p:nvPr/>
        </p:nvPicPr>
        <p:blipFill>
          <a:blip r:embed="rId4"/>
          <a:srcRect l="3116" t="7380" r="5373" b="8386"/>
          <a:stretch/>
        </p:blipFill>
        <p:spPr>
          <a:xfrm>
            <a:off x="9882188" y="2590800"/>
            <a:ext cx="1533525" cy="942975"/>
          </a:xfrm>
          <a:prstGeom prst="rect">
            <a:avLst/>
          </a:prstGeom>
        </p:spPr>
      </p:pic>
      <p:pic>
        <p:nvPicPr>
          <p:cNvPr id="16" name="Image 15">
            <a:extLst>
              <a:ext uri="{FF2B5EF4-FFF2-40B4-BE49-F238E27FC236}">
                <a16:creationId xmlns:a16="http://schemas.microsoft.com/office/drawing/2014/main" id="{82EF416B-5FE8-7A51-D4A1-ECB4DE7CEEBF}"/>
              </a:ext>
            </a:extLst>
          </p:cNvPr>
          <p:cNvPicPr>
            <a:picLocks noChangeAspect="1"/>
          </p:cNvPicPr>
          <p:nvPr/>
        </p:nvPicPr>
        <p:blipFill>
          <a:blip r:embed="rId5"/>
          <a:stretch>
            <a:fillRect/>
          </a:stretch>
        </p:blipFill>
        <p:spPr>
          <a:xfrm>
            <a:off x="9827155" y="3708719"/>
            <a:ext cx="1675781" cy="768995"/>
          </a:xfrm>
          <a:prstGeom prst="rect">
            <a:avLst/>
          </a:prstGeom>
        </p:spPr>
      </p:pic>
      <p:pic>
        <p:nvPicPr>
          <p:cNvPr id="17" name="Image 16">
            <a:extLst>
              <a:ext uri="{FF2B5EF4-FFF2-40B4-BE49-F238E27FC236}">
                <a16:creationId xmlns:a16="http://schemas.microsoft.com/office/drawing/2014/main" id="{BED053B2-B052-1813-855F-521859580C94}"/>
              </a:ext>
            </a:extLst>
          </p:cNvPr>
          <p:cNvPicPr>
            <a:picLocks noChangeAspect="1"/>
          </p:cNvPicPr>
          <p:nvPr/>
        </p:nvPicPr>
        <p:blipFill>
          <a:blip r:embed="rId6"/>
          <a:stretch>
            <a:fillRect/>
          </a:stretch>
        </p:blipFill>
        <p:spPr>
          <a:xfrm>
            <a:off x="9827155" y="4615493"/>
            <a:ext cx="1685519" cy="1118558"/>
          </a:xfrm>
          <a:prstGeom prst="rect">
            <a:avLst/>
          </a:prstGeom>
        </p:spPr>
      </p:pic>
    </p:spTree>
    <p:extLst>
      <p:ext uri="{BB962C8B-B14F-4D97-AF65-F5344CB8AC3E}">
        <p14:creationId xmlns:p14="http://schemas.microsoft.com/office/powerpoint/2010/main" val="730668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0E69D-0649-810C-6708-E06CFA2A29E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623C21D-D1A3-3575-24DA-BB8AF3DDEFC9}"/>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9FD59B8B-4C0E-9362-C5DF-B35CB25C9DAC}"/>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7892F1E9-D86E-BF66-DD9E-44D10C200ABC}"/>
              </a:ext>
            </a:extLst>
          </p:cNvPr>
          <p:cNvPicPr>
            <a:picLocks noChangeAspect="1"/>
          </p:cNvPicPr>
          <p:nvPr/>
        </p:nvPicPr>
        <p:blipFill>
          <a:blip r:embed="rId2"/>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C3BDEE2F-46F2-2241-CC85-9A1FFF47BE9D}"/>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500BC6B-311B-0A58-E402-3651E89CCB7F}"/>
              </a:ext>
            </a:extLst>
          </p:cNvPr>
          <p:cNvSpPr/>
          <p:nvPr/>
        </p:nvSpPr>
        <p:spPr>
          <a:xfrm rot="16200000">
            <a:off x="-2128636" y="3252294"/>
            <a:ext cx="5062245" cy="523220"/>
          </a:xfrm>
          <a:prstGeom prst="rect">
            <a:avLst/>
          </a:prstGeom>
          <a:noFill/>
          <a:ln>
            <a:noFill/>
          </a:ln>
        </p:spPr>
        <p:txBody>
          <a:bodyPr wrap="square" lIns="91440" tIns="45720" rIns="91440" bIns="45720">
            <a:spAutoFit/>
          </a:bodyPr>
          <a:lstStyle/>
          <a:p>
            <a:r>
              <a:rPr lang="fr-FR" sz="2800" b="1" spc="50" dirty="0">
                <a:ln w="9525" cmpd="sng">
                  <a:solidFill>
                    <a:schemeClr val="tx1"/>
                  </a:solidFill>
                  <a:prstDash val="solid"/>
                </a:ln>
                <a:solidFill>
                  <a:srgbClr val="70AD47">
                    <a:tint val="1000"/>
                  </a:srgbClr>
                </a:solidFill>
                <a:effectLst>
                  <a:glow rad="38100">
                    <a:schemeClr val="accent1">
                      <a:alpha val="40000"/>
                    </a:schemeClr>
                  </a:glow>
                </a:effectLst>
              </a:rPr>
              <a:t>Architecture</a:t>
            </a:r>
          </a:p>
        </p:txBody>
      </p:sp>
      <p:sp>
        <p:nvSpPr>
          <p:cNvPr id="13" name="Rectangle : coins arrondis 12">
            <a:extLst>
              <a:ext uri="{FF2B5EF4-FFF2-40B4-BE49-F238E27FC236}">
                <a16:creationId xmlns:a16="http://schemas.microsoft.com/office/drawing/2014/main" id="{C8247E40-10B9-ABB2-90FD-90B07F5A1264}"/>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pic>
        <p:nvPicPr>
          <p:cNvPr id="1026" name="Picture 2">
            <a:extLst>
              <a:ext uri="{FF2B5EF4-FFF2-40B4-BE49-F238E27FC236}">
                <a16:creationId xmlns:a16="http://schemas.microsoft.com/office/drawing/2014/main" id="{9D9B711D-136D-E6F7-5EA2-3C21BD26D6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367" t="10694" r="9056"/>
          <a:stretch/>
        </p:blipFill>
        <p:spPr bwMode="auto">
          <a:xfrm>
            <a:off x="1371600" y="1266226"/>
            <a:ext cx="1584157" cy="1755774"/>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CC92EA6A-E384-0BCD-50F3-455873ECFB75}"/>
              </a:ext>
            </a:extLst>
          </p:cNvPr>
          <p:cNvSpPr txBox="1"/>
          <p:nvPr/>
        </p:nvSpPr>
        <p:spPr>
          <a:xfrm>
            <a:off x="561361" y="2973259"/>
            <a:ext cx="3204634" cy="646331"/>
          </a:xfrm>
          <a:prstGeom prst="rect">
            <a:avLst/>
          </a:prstGeom>
          <a:noFill/>
        </p:spPr>
        <p:txBody>
          <a:bodyPr wrap="square">
            <a:spAutoFit/>
          </a:bodyPr>
          <a:lstStyle/>
          <a:p>
            <a:pPr algn="ctr" fontAlgn="base"/>
            <a:r>
              <a:rPr lang="fr-FR" b="1" i="0" dirty="0">
                <a:solidFill>
                  <a:srgbClr val="333333"/>
                </a:solidFill>
                <a:effectLst/>
                <a:latin typeface="Lato" panose="020F0502020204030203" pitchFamily="34" charset="0"/>
              </a:rPr>
              <a:t>Capteur </a:t>
            </a:r>
            <a:r>
              <a:rPr lang="fr-FR" b="1" dirty="0">
                <a:solidFill>
                  <a:srgbClr val="333333"/>
                </a:solidFill>
                <a:latin typeface="Lato" panose="020F0502020204030203" pitchFamily="34" charset="0"/>
              </a:rPr>
              <a:t>compteur</a:t>
            </a:r>
          </a:p>
          <a:p>
            <a:pPr algn="ctr" fontAlgn="base"/>
            <a:r>
              <a:rPr lang="fr-FR" b="1" i="0" dirty="0" err="1">
                <a:solidFill>
                  <a:srgbClr val="333333"/>
                </a:solidFill>
                <a:effectLst/>
                <a:latin typeface="Lato" panose="020F0502020204030203" pitchFamily="34" charset="0"/>
              </a:rPr>
              <a:t>Flash’O</a:t>
            </a:r>
            <a:endParaRPr lang="fr-FR" b="1" i="0" dirty="0">
              <a:solidFill>
                <a:srgbClr val="333333"/>
              </a:solidFill>
              <a:effectLst/>
              <a:latin typeface="Lato" panose="020F0502020204030203" pitchFamily="34" charset="0"/>
            </a:endParaRPr>
          </a:p>
        </p:txBody>
      </p:sp>
      <p:pic>
        <p:nvPicPr>
          <p:cNvPr id="18" name="Image 17">
            <a:extLst>
              <a:ext uri="{FF2B5EF4-FFF2-40B4-BE49-F238E27FC236}">
                <a16:creationId xmlns:a16="http://schemas.microsoft.com/office/drawing/2014/main" id="{3CD634B4-AA84-72C4-1CD3-A444D323C771}"/>
              </a:ext>
            </a:extLst>
          </p:cNvPr>
          <p:cNvPicPr>
            <a:picLocks noChangeAspect="1"/>
          </p:cNvPicPr>
          <p:nvPr/>
        </p:nvPicPr>
        <p:blipFill>
          <a:blip r:embed="rId4"/>
          <a:srcRect l="12814" t="12761" r="12271" b="13791"/>
          <a:stretch/>
        </p:blipFill>
        <p:spPr>
          <a:xfrm>
            <a:off x="9280362" y="3636918"/>
            <a:ext cx="1454313" cy="1425830"/>
          </a:xfrm>
          <a:prstGeom prst="rect">
            <a:avLst/>
          </a:prstGeom>
        </p:spPr>
      </p:pic>
      <p:sp>
        <p:nvSpPr>
          <p:cNvPr id="20" name="ZoneTexte 19">
            <a:extLst>
              <a:ext uri="{FF2B5EF4-FFF2-40B4-BE49-F238E27FC236}">
                <a16:creationId xmlns:a16="http://schemas.microsoft.com/office/drawing/2014/main" id="{D8825C10-588F-DB66-78AA-0614F00FDB41}"/>
              </a:ext>
            </a:extLst>
          </p:cNvPr>
          <p:cNvSpPr txBox="1"/>
          <p:nvPr/>
        </p:nvSpPr>
        <p:spPr>
          <a:xfrm>
            <a:off x="8138501" y="5173444"/>
            <a:ext cx="3738034" cy="646331"/>
          </a:xfrm>
          <a:prstGeom prst="rect">
            <a:avLst/>
          </a:prstGeom>
          <a:noFill/>
        </p:spPr>
        <p:txBody>
          <a:bodyPr wrap="square">
            <a:spAutoFit/>
          </a:bodyPr>
          <a:lstStyle/>
          <a:p>
            <a:pPr algn="ctr"/>
            <a:r>
              <a:rPr lang="fr-FR" b="1" i="0" dirty="0">
                <a:solidFill>
                  <a:srgbClr val="2A2A2B"/>
                </a:solidFill>
                <a:effectLst/>
                <a:latin typeface="DM Sans" pitchFamily="2" charset="0"/>
              </a:rPr>
              <a:t>Capteur de mouvement</a:t>
            </a:r>
          </a:p>
          <a:p>
            <a:pPr algn="ctr"/>
            <a:r>
              <a:rPr lang="fr-FR" b="1" i="0" dirty="0">
                <a:solidFill>
                  <a:srgbClr val="2A2A2B"/>
                </a:solidFill>
                <a:effectLst/>
                <a:latin typeface="DM Sans" pitchFamily="2" charset="0"/>
              </a:rPr>
              <a:t>WS203</a:t>
            </a:r>
          </a:p>
        </p:txBody>
      </p:sp>
      <p:pic>
        <p:nvPicPr>
          <p:cNvPr id="21" name="Image 20">
            <a:extLst>
              <a:ext uri="{FF2B5EF4-FFF2-40B4-BE49-F238E27FC236}">
                <a16:creationId xmlns:a16="http://schemas.microsoft.com/office/drawing/2014/main" id="{59B8436F-76DD-2980-0220-B1AE4BCCCDBC}"/>
              </a:ext>
            </a:extLst>
          </p:cNvPr>
          <p:cNvPicPr>
            <a:picLocks noChangeAspect="1"/>
          </p:cNvPicPr>
          <p:nvPr/>
        </p:nvPicPr>
        <p:blipFill>
          <a:blip r:embed="rId5"/>
          <a:stretch>
            <a:fillRect/>
          </a:stretch>
        </p:blipFill>
        <p:spPr>
          <a:xfrm>
            <a:off x="8665342" y="982781"/>
            <a:ext cx="2267219" cy="2267219"/>
          </a:xfrm>
          <a:prstGeom prst="rect">
            <a:avLst/>
          </a:prstGeom>
        </p:spPr>
      </p:pic>
      <p:sp>
        <p:nvSpPr>
          <p:cNvPr id="23" name="ZoneTexte 22">
            <a:extLst>
              <a:ext uri="{FF2B5EF4-FFF2-40B4-BE49-F238E27FC236}">
                <a16:creationId xmlns:a16="http://schemas.microsoft.com/office/drawing/2014/main" id="{F9DC44E7-88BC-3418-4B17-26F2E66DA997}"/>
              </a:ext>
            </a:extLst>
          </p:cNvPr>
          <p:cNvSpPr txBox="1"/>
          <p:nvPr/>
        </p:nvSpPr>
        <p:spPr>
          <a:xfrm>
            <a:off x="9570508" y="2326928"/>
            <a:ext cx="3145367" cy="646331"/>
          </a:xfrm>
          <a:prstGeom prst="rect">
            <a:avLst/>
          </a:prstGeom>
          <a:noFill/>
        </p:spPr>
        <p:txBody>
          <a:bodyPr wrap="square">
            <a:spAutoFit/>
          </a:bodyPr>
          <a:lstStyle/>
          <a:p>
            <a:pPr algn="ctr"/>
            <a:r>
              <a:rPr lang="fr-FR" b="1" i="0" dirty="0">
                <a:solidFill>
                  <a:srgbClr val="2A2A2B"/>
                </a:solidFill>
                <a:effectLst/>
                <a:latin typeface="DM Sans" pitchFamily="2" charset="0"/>
              </a:rPr>
              <a:t>Contrôleur I/O</a:t>
            </a:r>
          </a:p>
          <a:p>
            <a:pPr algn="ctr"/>
            <a:r>
              <a:rPr lang="fr-FR" b="1" i="0" dirty="0">
                <a:solidFill>
                  <a:srgbClr val="2A2A2B"/>
                </a:solidFill>
                <a:effectLst/>
                <a:latin typeface="DM Sans" pitchFamily="2" charset="0"/>
              </a:rPr>
              <a:t>C300</a:t>
            </a:r>
          </a:p>
        </p:txBody>
      </p:sp>
      <p:pic>
        <p:nvPicPr>
          <p:cNvPr id="2" name="Image 1">
            <a:extLst>
              <a:ext uri="{FF2B5EF4-FFF2-40B4-BE49-F238E27FC236}">
                <a16:creationId xmlns:a16="http://schemas.microsoft.com/office/drawing/2014/main" id="{FED23264-C97D-6E0C-7B49-66EC659495BE}"/>
              </a:ext>
            </a:extLst>
          </p:cNvPr>
          <p:cNvPicPr>
            <a:picLocks noChangeAspect="1"/>
          </p:cNvPicPr>
          <p:nvPr/>
        </p:nvPicPr>
        <p:blipFill>
          <a:blip r:embed="rId6"/>
          <a:stretch>
            <a:fillRect/>
          </a:stretch>
        </p:blipFill>
        <p:spPr>
          <a:xfrm>
            <a:off x="1177072" y="3636918"/>
            <a:ext cx="1892124" cy="1818212"/>
          </a:xfrm>
          <a:prstGeom prst="rect">
            <a:avLst/>
          </a:prstGeom>
        </p:spPr>
      </p:pic>
      <p:sp>
        <p:nvSpPr>
          <p:cNvPr id="5" name="ZoneTexte 4">
            <a:extLst>
              <a:ext uri="{FF2B5EF4-FFF2-40B4-BE49-F238E27FC236}">
                <a16:creationId xmlns:a16="http://schemas.microsoft.com/office/drawing/2014/main" id="{B5A18BC2-9A94-DD30-A14B-BC96065F47D1}"/>
              </a:ext>
            </a:extLst>
          </p:cNvPr>
          <p:cNvSpPr txBox="1"/>
          <p:nvPr/>
        </p:nvSpPr>
        <p:spPr>
          <a:xfrm>
            <a:off x="-1055834" y="5450694"/>
            <a:ext cx="6357936" cy="646331"/>
          </a:xfrm>
          <a:prstGeom prst="rect">
            <a:avLst/>
          </a:prstGeom>
          <a:noFill/>
        </p:spPr>
        <p:txBody>
          <a:bodyPr wrap="square">
            <a:spAutoFit/>
          </a:bodyPr>
          <a:lstStyle/>
          <a:p>
            <a:pPr algn="ctr" fontAlgn="base"/>
            <a:r>
              <a:rPr lang="fr-FR" b="1" i="0" dirty="0">
                <a:solidFill>
                  <a:srgbClr val="333333"/>
                </a:solidFill>
                <a:effectLst/>
                <a:latin typeface="Lato" panose="020F0502020204030203" pitchFamily="34" charset="0"/>
              </a:rPr>
              <a:t>Capteur qualité d’air</a:t>
            </a:r>
          </a:p>
          <a:p>
            <a:pPr algn="ctr" fontAlgn="base"/>
            <a:r>
              <a:rPr lang="fr-FR" b="1" dirty="0">
                <a:solidFill>
                  <a:srgbClr val="333333"/>
                </a:solidFill>
                <a:latin typeface="Lato" panose="020F0502020204030203" pitchFamily="34" charset="0"/>
              </a:rPr>
              <a:t>AM103</a:t>
            </a:r>
            <a:endParaRPr lang="fr-FR" b="1" i="0" dirty="0">
              <a:solidFill>
                <a:srgbClr val="333333"/>
              </a:solidFill>
              <a:effectLst/>
              <a:latin typeface="Lato" panose="020F0502020204030203" pitchFamily="34" charset="0"/>
            </a:endParaRPr>
          </a:p>
        </p:txBody>
      </p:sp>
      <p:pic>
        <p:nvPicPr>
          <p:cNvPr id="6" name="Image 5">
            <a:extLst>
              <a:ext uri="{FF2B5EF4-FFF2-40B4-BE49-F238E27FC236}">
                <a16:creationId xmlns:a16="http://schemas.microsoft.com/office/drawing/2014/main" id="{4AF782B8-7CDE-C901-F13A-80BFFF0CCF9C}"/>
              </a:ext>
            </a:extLst>
          </p:cNvPr>
          <p:cNvPicPr>
            <a:picLocks noChangeAspect="1"/>
          </p:cNvPicPr>
          <p:nvPr/>
        </p:nvPicPr>
        <p:blipFill>
          <a:blip r:embed="rId7"/>
          <a:stretch>
            <a:fillRect/>
          </a:stretch>
        </p:blipFill>
        <p:spPr>
          <a:xfrm>
            <a:off x="4756514" y="1585758"/>
            <a:ext cx="2267219" cy="2775001"/>
          </a:xfrm>
          <a:prstGeom prst="rect">
            <a:avLst/>
          </a:prstGeom>
        </p:spPr>
      </p:pic>
      <p:cxnSp>
        <p:nvCxnSpPr>
          <p:cNvPr id="11" name="Connecteur droit 10">
            <a:extLst>
              <a:ext uri="{FF2B5EF4-FFF2-40B4-BE49-F238E27FC236}">
                <a16:creationId xmlns:a16="http://schemas.microsoft.com/office/drawing/2014/main" id="{EBCCCEE5-FF45-8DFA-E28E-93B8F970CB22}"/>
              </a:ext>
            </a:extLst>
          </p:cNvPr>
          <p:cNvCxnSpPr/>
          <p:nvPr/>
        </p:nvCxnSpPr>
        <p:spPr>
          <a:xfrm>
            <a:off x="3069196" y="2144113"/>
            <a:ext cx="1687318" cy="110588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BAE9AD1A-2C29-D3C0-68EB-295F109083CE}"/>
              </a:ext>
            </a:extLst>
          </p:cNvPr>
          <p:cNvCxnSpPr>
            <a:cxnSpLocks/>
          </p:cNvCxnSpPr>
          <p:nvPr/>
        </p:nvCxnSpPr>
        <p:spPr>
          <a:xfrm flipV="1">
            <a:off x="3160886" y="4022126"/>
            <a:ext cx="1559752" cy="104062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82DA4AEF-CA23-9E2B-DDFB-9B0D06F506DA}"/>
              </a:ext>
            </a:extLst>
          </p:cNvPr>
          <p:cNvCxnSpPr>
            <a:cxnSpLocks/>
          </p:cNvCxnSpPr>
          <p:nvPr/>
        </p:nvCxnSpPr>
        <p:spPr>
          <a:xfrm flipH="1" flipV="1">
            <a:off x="6977267" y="4007536"/>
            <a:ext cx="2214358" cy="63808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6D83AB9C-5405-76E2-E015-318AB56FA966}"/>
              </a:ext>
            </a:extLst>
          </p:cNvPr>
          <p:cNvCxnSpPr>
            <a:cxnSpLocks/>
          </p:cNvCxnSpPr>
          <p:nvPr/>
        </p:nvCxnSpPr>
        <p:spPr>
          <a:xfrm flipH="1">
            <a:off x="7125737" y="2537602"/>
            <a:ext cx="2118749" cy="72492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8" name="ZoneTexte 27">
            <a:extLst>
              <a:ext uri="{FF2B5EF4-FFF2-40B4-BE49-F238E27FC236}">
                <a16:creationId xmlns:a16="http://schemas.microsoft.com/office/drawing/2014/main" id="{224D9A1D-FB98-2441-CE3C-315F7A9C3C45}"/>
              </a:ext>
            </a:extLst>
          </p:cNvPr>
          <p:cNvSpPr txBox="1"/>
          <p:nvPr/>
        </p:nvSpPr>
        <p:spPr>
          <a:xfrm>
            <a:off x="4235191" y="4502773"/>
            <a:ext cx="3204634" cy="646331"/>
          </a:xfrm>
          <a:prstGeom prst="rect">
            <a:avLst/>
          </a:prstGeom>
          <a:noFill/>
        </p:spPr>
        <p:txBody>
          <a:bodyPr wrap="square">
            <a:spAutoFit/>
          </a:bodyPr>
          <a:lstStyle/>
          <a:p>
            <a:pPr algn="ctr" fontAlgn="base"/>
            <a:r>
              <a:rPr lang="fr-FR" b="1" i="0" dirty="0">
                <a:solidFill>
                  <a:srgbClr val="333333"/>
                </a:solidFill>
                <a:effectLst/>
                <a:latin typeface="Lato" panose="020F0502020204030203" pitchFamily="34" charset="0"/>
              </a:rPr>
              <a:t>Passerelle</a:t>
            </a:r>
          </a:p>
          <a:p>
            <a:pPr algn="ctr" fontAlgn="base"/>
            <a:r>
              <a:rPr lang="fr-FR" b="1" dirty="0">
                <a:solidFill>
                  <a:srgbClr val="333333"/>
                </a:solidFill>
                <a:latin typeface="Lato" panose="020F0502020204030203" pitchFamily="34" charset="0"/>
              </a:rPr>
              <a:t>UG65</a:t>
            </a:r>
            <a:endParaRPr lang="fr-FR" b="1" i="0" dirty="0">
              <a:solidFill>
                <a:srgbClr val="333333"/>
              </a:solidFill>
              <a:effectLst/>
              <a:latin typeface="Lato" panose="020F0502020204030203" pitchFamily="34" charset="0"/>
            </a:endParaRPr>
          </a:p>
        </p:txBody>
      </p:sp>
    </p:spTree>
    <p:extLst>
      <p:ext uri="{BB962C8B-B14F-4D97-AF65-F5344CB8AC3E}">
        <p14:creationId xmlns:p14="http://schemas.microsoft.com/office/powerpoint/2010/main" val="2458849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BDB06-580E-ECFA-02B7-B462EBB6F69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CED3769-5047-25FC-C048-C106C3ED230B}"/>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EB79BCD0-D115-9F82-4D21-03BF369D4A88}"/>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697D7211-2BE5-D836-1F14-4985FE04AF26}"/>
              </a:ext>
            </a:extLst>
          </p:cNvPr>
          <p:cNvPicPr>
            <a:picLocks noChangeAspect="1"/>
          </p:cNvPicPr>
          <p:nvPr/>
        </p:nvPicPr>
        <p:blipFill>
          <a:blip r:embed="rId2"/>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7190C9AA-59A0-2A28-C8BB-D314690D011C}"/>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EF4A825-7755-62B2-2A65-144973571F18}"/>
              </a:ext>
            </a:extLst>
          </p:cNvPr>
          <p:cNvSpPr/>
          <p:nvPr/>
        </p:nvSpPr>
        <p:spPr>
          <a:xfrm rot="16200000">
            <a:off x="-2128636" y="3252294"/>
            <a:ext cx="5062245" cy="523220"/>
          </a:xfrm>
          <a:prstGeom prst="rect">
            <a:avLst/>
          </a:prstGeom>
          <a:noFill/>
          <a:ln>
            <a:noFill/>
          </a:ln>
        </p:spPr>
        <p:txBody>
          <a:bodyPr wrap="square" lIns="91440" tIns="45720" rIns="91440" bIns="45720">
            <a:spAutoFit/>
          </a:bodyPr>
          <a:lstStyle/>
          <a:p>
            <a:r>
              <a:rPr lang="fr-FR" sz="2800" b="1" spc="50" dirty="0">
                <a:ln w="9525" cmpd="sng">
                  <a:solidFill>
                    <a:schemeClr val="tx1"/>
                  </a:solidFill>
                  <a:prstDash val="solid"/>
                </a:ln>
                <a:solidFill>
                  <a:srgbClr val="70AD47">
                    <a:tint val="1000"/>
                  </a:srgbClr>
                </a:solidFill>
                <a:effectLst>
                  <a:glow rad="38100">
                    <a:schemeClr val="accent1">
                      <a:alpha val="40000"/>
                    </a:schemeClr>
                  </a:glow>
                </a:effectLst>
              </a:rPr>
              <a:t>Architecture</a:t>
            </a:r>
          </a:p>
        </p:txBody>
      </p:sp>
      <p:sp>
        <p:nvSpPr>
          <p:cNvPr id="13" name="Rectangle : coins arrondis 12">
            <a:extLst>
              <a:ext uri="{FF2B5EF4-FFF2-40B4-BE49-F238E27FC236}">
                <a16:creationId xmlns:a16="http://schemas.microsoft.com/office/drawing/2014/main" id="{CDBC36CD-B63F-ED41-7DE8-88BC2F18473D}"/>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cxnSp>
        <p:nvCxnSpPr>
          <p:cNvPr id="26" name="Connecteur droit 25">
            <a:extLst>
              <a:ext uri="{FF2B5EF4-FFF2-40B4-BE49-F238E27FC236}">
                <a16:creationId xmlns:a16="http://schemas.microsoft.com/office/drawing/2014/main" id="{BB5413C6-152B-4719-9BF4-B49E572F05CF}"/>
              </a:ext>
            </a:extLst>
          </p:cNvPr>
          <p:cNvCxnSpPr/>
          <p:nvPr/>
        </p:nvCxnSpPr>
        <p:spPr>
          <a:xfrm flipV="1">
            <a:off x="4963557" y="1143000"/>
            <a:ext cx="0" cy="4902027"/>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pic>
        <p:nvPicPr>
          <p:cNvPr id="29" name="Image 28">
            <a:extLst>
              <a:ext uri="{FF2B5EF4-FFF2-40B4-BE49-F238E27FC236}">
                <a16:creationId xmlns:a16="http://schemas.microsoft.com/office/drawing/2014/main" id="{67A40BC4-664E-15B8-EAB7-8EAA8F3D15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681" y="1401173"/>
            <a:ext cx="4145351" cy="4210538"/>
          </a:xfrm>
          <a:prstGeom prst="rect">
            <a:avLst/>
          </a:prstGeom>
        </p:spPr>
      </p:pic>
      <p:pic>
        <p:nvPicPr>
          <p:cNvPr id="31" name="Image 30">
            <a:extLst>
              <a:ext uri="{FF2B5EF4-FFF2-40B4-BE49-F238E27FC236}">
                <a16:creationId xmlns:a16="http://schemas.microsoft.com/office/drawing/2014/main" id="{E5B8FE51-31B2-10A7-5FD1-C6C38B824EDD}"/>
              </a:ext>
            </a:extLst>
          </p:cNvPr>
          <p:cNvPicPr>
            <a:picLocks noChangeAspect="1"/>
          </p:cNvPicPr>
          <p:nvPr/>
        </p:nvPicPr>
        <p:blipFill>
          <a:blip r:embed="rId3">
            <a:extLst>
              <a:ext uri="{28A0092B-C50C-407E-A947-70E740481C1C}">
                <a14:useLocalDpi xmlns:a14="http://schemas.microsoft.com/office/drawing/2010/main" val="0"/>
              </a:ext>
            </a:extLst>
          </a:blip>
          <a:srcRect t="33793"/>
          <a:stretch/>
        </p:blipFill>
        <p:spPr>
          <a:xfrm>
            <a:off x="5119890" y="1514790"/>
            <a:ext cx="6936776" cy="4664844"/>
          </a:xfrm>
          <a:prstGeom prst="rect">
            <a:avLst/>
          </a:prstGeom>
        </p:spPr>
      </p:pic>
      <p:sp>
        <p:nvSpPr>
          <p:cNvPr id="32" name="Rectangle 31">
            <a:extLst>
              <a:ext uri="{FF2B5EF4-FFF2-40B4-BE49-F238E27FC236}">
                <a16:creationId xmlns:a16="http://schemas.microsoft.com/office/drawing/2014/main" id="{1064ACF4-932C-0FA6-26B5-E7EA4B13756E}"/>
              </a:ext>
            </a:extLst>
          </p:cNvPr>
          <p:cNvSpPr/>
          <p:nvPr/>
        </p:nvSpPr>
        <p:spPr>
          <a:xfrm>
            <a:off x="772804" y="2724152"/>
            <a:ext cx="4145351" cy="3095615"/>
          </a:xfrm>
          <a:prstGeom prst="rect">
            <a:avLst/>
          </a:prstGeom>
          <a:noFill/>
          <a:ln w="19050">
            <a:solidFill>
              <a:srgbClr val="004F6B"/>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29433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92C03-96BF-A70F-33F5-9922AE2AD91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19740A3-951B-FF68-4BD4-A266B3281509}"/>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26D57A20-8BDB-DE16-8CC2-17157FB9AD6B}"/>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025FC3CA-E8A8-5A53-3145-C19D7C613C94}"/>
              </a:ext>
            </a:extLst>
          </p:cNvPr>
          <p:cNvPicPr>
            <a:picLocks noChangeAspect="1"/>
          </p:cNvPicPr>
          <p:nvPr/>
        </p:nvPicPr>
        <p:blipFill>
          <a:blip r:embed="rId2"/>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7846BA86-5D4A-AF60-7CFA-D118C6933596}"/>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6337C832-8C4A-0CB3-4111-56A2BC07764B}"/>
              </a:ext>
            </a:extLst>
          </p:cNvPr>
          <p:cNvSpPr/>
          <p:nvPr/>
        </p:nvSpPr>
        <p:spPr>
          <a:xfrm rot="16200000">
            <a:off x="-2128636" y="3252294"/>
            <a:ext cx="5062245" cy="523220"/>
          </a:xfrm>
          <a:prstGeom prst="rect">
            <a:avLst/>
          </a:prstGeom>
          <a:noFill/>
          <a:ln>
            <a:noFill/>
          </a:ln>
        </p:spPr>
        <p:txBody>
          <a:bodyPr wrap="square" lIns="91440" tIns="45720" rIns="91440" bIns="45720">
            <a:spAutoFit/>
          </a:bodyPr>
          <a:lstStyle/>
          <a:p>
            <a:r>
              <a:rPr lang="fr-FR" sz="2800" b="1" spc="50" dirty="0">
                <a:ln w="9525" cmpd="sng">
                  <a:solidFill>
                    <a:schemeClr val="tx1"/>
                  </a:solidFill>
                  <a:prstDash val="solid"/>
                </a:ln>
                <a:solidFill>
                  <a:srgbClr val="70AD47">
                    <a:tint val="1000"/>
                  </a:srgbClr>
                </a:solidFill>
                <a:effectLst>
                  <a:glow rad="38100">
                    <a:schemeClr val="accent1">
                      <a:alpha val="40000"/>
                    </a:schemeClr>
                  </a:glow>
                </a:effectLst>
              </a:rPr>
              <a:t>Travail demandé</a:t>
            </a:r>
          </a:p>
        </p:txBody>
      </p:sp>
      <p:sp>
        <p:nvSpPr>
          <p:cNvPr id="13" name="Rectangle : coins arrondis 12">
            <a:extLst>
              <a:ext uri="{FF2B5EF4-FFF2-40B4-BE49-F238E27FC236}">
                <a16:creationId xmlns:a16="http://schemas.microsoft.com/office/drawing/2014/main" id="{E0694260-84B6-107E-6897-DFF6E2F12216}"/>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pic>
        <p:nvPicPr>
          <p:cNvPr id="6" name="Image 5">
            <a:extLst>
              <a:ext uri="{FF2B5EF4-FFF2-40B4-BE49-F238E27FC236}">
                <a16:creationId xmlns:a16="http://schemas.microsoft.com/office/drawing/2014/main" id="{856E171D-48F4-A501-9F40-35FBD2B89551}"/>
              </a:ext>
            </a:extLst>
          </p:cNvPr>
          <p:cNvPicPr>
            <a:picLocks noChangeAspect="1"/>
          </p:cNvPicPr>
          <p:nvPr/>
        </p:nvPicPr>
        <p:blipFill>
          <a:blip r:embed="rId3"/>
          <a:stretch>
            <a:fillRect/>
          </a:stretch>
        </p:blipFill>
        <p:spPr>
          <a:xfrm>
            <a:off x="7117357" y="2464430"/>
            <a:ext cx="4175239" cy="1929140"/>
          </a:xfrm>
          <a:prstGeom prst="rect">
            <a:avLst/>
          </a:prstGeom>
        </p:spPr>
      </p:pic>
      <p:pic>
        <p:nvPicPr>
          <p:cNvPr id="4" name="Image 3">
            <a:extLst>
              <a:ext uri="{FF2B5EF4-FFF2-40B4-BE49-F238E27FC236}">
                <a16:creationId xmlns:a16="http://schemas.microsoft.com/office/drawing/2014/main" id="{D34AAC0C-7281-499B-01EA-931C457EF658}"/>
              </a:ext>
            </a:extLst>
          </p:cNvPr>
          <p:cNvPicPr>
            <a:picLocks noChangeAspect="1"/>
          </p:cNvPicPr>
          <p:nvPr/>
        </p:nvPicPr>
        <p:blipFill>
          <a:blip r:embed="rId4">
            <a:extLst>
              <a:ext uri="{28A0092B-C50C-407E-A947-70E740481C1C}">
                <a14:useLocalDpi xmlns:a14="http://schemas.microsoft.com/office/drawing/2010/main" val="0"/>
              </a:ext>
            </a:extLst>
          </a:blip>
          <a:srcRect l="11404" t="34089" r="11225" b="8175"/>
          <a:stretch/>
        </p:blipFill>
        <p:spPr>
          <a:xfrm rot="5400000">
            <a:off x="895079" y="894965"/>
            <a:ext cx="5184085" cy="5470603"/>
          </a:xfrm>
          <a:prstGeom prst="rect">
            <a:avLst/>
          </a:prstGeom>
        </p:spPr>
      </p:pic>
      <p:sp>
        <p:nvSpPr>
          <p:cNvPr id="8" name="Rectangle : coins arrondis 7">
            <a:extLst>
              <a:ext uri="{FF2B5EF4-FFF2-40B4-BE49-F238E27FC236}">
                <a16:creationId xmlns:a16="http://schemas.microsoft.com/office/drawing/2014/main" id="{B9B901D1-A54E-3261-7405-A4D1B2948C82}"/>
              </a:ext>
            </a:extLst>
          </p:cNvPr>
          <p:cNvSpPr/>
          <p:nvPr/>
        </p:nvSpPr>
        <p:spPr>
          <a:xfrm>
            <a:off x="2684254" y="3463504"/>
            <a:ext cx="1201653" cy="590550"/>
          </a:xfrm>
          <a:prstGeom prst="round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02688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72B3D-9C18-281D-B207-0FCC7FB823A6}"/>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A8E1B9B1-470B-4A7C-1BA1-768EFB6C0310}"/>
              </a:ext>
            </a:extLst>
          </p:cNvPr>
          <p:cNvPicPr>
            <a:picLocks noChangeAspect="1"/>
          </p:cNvPicPr>
          <p:nvPr/>
        </p:nvPicPr>
        <p:blipFill>
          <a:blip r:embed="rId2">
            <a:extLst>
              <a:ext uri="{28A0092B-C50C-407E-A947-70E740481C1C}">
                <a14:useLocalDpi xmlns:a14="http://schemas.microsoft.com/office/drawing/2010/main" val="0"/>
              </a:ext>
            </a:extLst>
          </a:blip>
          <a:srcRect l="11404" t="34089" r="11225" b="8175"/>
          <a:stretch/>
        </p:blipFill>
        <p:spPr>
          <a:xfrm rot="5400000">
            <a:off x="895079" y="894965"/>
            <a:ext cx="5184085" cy="5470603"/>
          </a:xfrm>
          <a:prstGeom prst="rect">
            <a:avLst/>
          </a:prstGeom>
        </p:spPr>
      </p:pic>
      <p:sp>
        <p:nvSpPr>
          <p:cNvPr id="9" name="Rectangle 8">
            <a:extLst>
              <a:ext uri="{FF2B5EF4-FFF2-40B4-BE49-F238E27FC236}">
                <a16:creationId xmlns:a16="http://schemas.microsoft.com/office/drawing/2014/main" id="{28C14FFF-419F-D657-4BD9-165098235D02}"/>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2C34597B-BC64-4B5E-9A21-0999C87CF42F}"/>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44122AE0-33E6-89E4-F40D-D0B9F28C7AFB}"/>
              </a:ext>
            </a:extLst>
          </p:cNvPr>
          <p:cNvPicPr>
            <a:picLocks noChangeAspect="1"/>
          </p:cNvPicPr>
          <p:nvPr/>
        </p:nvPicPr>
        <p:blipFill>
          <a:blip r:embed="rId3"/>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9FC07A39-BB7A-2454-051D-AF4F91AE6054}"/>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E81C496-F7B4-4FA8-80F0-DB6DDD480152}"/>
              </a:ext>
            </a:extLst>
          </p:cNvPr>
          <p:cNvSpPr/>
          <p:nvPr/>
        </p:nvSpPr>
        <p:spPr>
          <a:xfrm rot="16200000">
            <a:off x="-2128636" y="3252294"/>
            <a:ext cx="5062245" cy="523220"/>
          </a:xfrm>
          <a:prstGeom prst="rect">
            <a:avLst/>
          </a:prstGeom>
          <a:noFill/>
          <a:ln>
            <a:noFill/>
          </a:ln>
        </p:spPr>
        <p:txBody>
          <a:bodyPr wrap="square" lIns="91440" tIns="45720" rIns="91440" bIns="45720">
            <a:spAutoFit/>
          </a:bodyPr>
          <a:lstStyle/>
          <a:p>
            <a:r>
              <a:rPr lang="fr-FR" sz="2800" b="1" spc="50" dirty="0">
                <a:ln w="9525" cmpd="sng">
                  <a:solidFill>
                    <a:schemeClr val="tx1"/>
                  </a:solidFill>
                  <a:prstDash val="solid"/>
                </a:ln>
                <a:solidFill>
                  <a:srgbClr val="70AD47">
                    <a:tint val="1000"/>
                  </a:srgbClr>
                </a:solidFill>
                <a:effectLst>
                  <a:glow rad="38100">
                    <a:schemeClr val="accent1">
                      <a:alpha val="40000"/>
                    </a:schemeClr>
                  </a:glow>
                </a:effectLst>
              </a:rPr>
              <a:t>Travail demandé</a:t>
            </a:r>
          </a:p>
        </p:txBody>
      </p:sp>
      <p:sp>
        <p:nvSpPr>
          <p:cNvPr id="13" name="Rectangle : coins arrondis 12">
            <a:extLst>
              <a:ext uri="{FF2B5EF4-FFF2-40B4-BE49-F238E27FC236}">
                <a16:creationId xmlns:a16="http://schemas.microsoft.com/office/drawing/2014/main" id="{6DB97AC6-9D2E-F3B4-E141-0A10889F443D}"/>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B7ADF8FC-2D77-1B13-61C2-FB6BB6A3BA58}"/>
              </a:ext>
            </a:extLst>
          </p:cNvPr>
          <p:cNvSpPr/>
          <p:nvPr/>
        </p:nvSpPr>
        <p:spPr>
          <a:xfrm>
            <a:off x="825970" y="1530545"/>
            <a:ext cx="2331298" cy="1997658"/>
          </a:xfrm>
          <a:prstGeom prst="round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CD6CE922-BAD8-819D-E8B5-C147B86C2CD9}"/>
              </a:ext>
            </a:extLst>
          </p:cNvPr>
          <p:cNvPicPr>
            <a:picLocks noChangeAspect="1"/>
          </p:cNvPicPr>
          <p:nvPr/>
        </p:nvPicPr>
        <p:blipFill>
          <a:blip r:embed="rId4"/>
          <a:stretch>
            <a:fillRect/>
          </a:stretch>
        </p:blipFill>
        <p:spPr>
          <a:xfrm>
            <a:off x="6348420" y="1154590"/>
            <a:ext cx="5290402" cy="4774072"/>
          </a:xfrm>
          <a:prstGeom prst="rect">
            <a:avLst/>
          </a:prstGeom>
        </p:spPr>
      </p:pic>
    </p:spTree>
    <p:extLst>
      <p:ext uri="{BB962C8B-B14F-4D97-AF65-F5344CB8AC3E}">
        <p14:creationId xmlns:p14="http://schemas.microsoft.com/office/powerpoint/2010/main" val="2670074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79337-A1CC-0A76-441E-291A6DD75D44}"/>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58A8E001-1AC5-4FF0-C3BD-2F768383588E}"/>
              </a:ext>
            </a:extLst>
          </p:cNvPr>
          <p:cNvPicPr>
            <a:picLocks noChangeAspect="1"/>
          </p:cNvPicPr>
          <p:nvPr/>
        </p:nvPicPr>
        <p:blipFill>
          <a:blip r:embed="rId2">
            <a:extLst>
              <a:ext uri="{28A0092B-C50C-407E-A947-70E740481C1C}">
                <a14:useLocalDpi xmlns:a14="http://schemas.microsoft.com/office/drawing/2010/main" val="0"/>
              </a:ext>
            </a:extLst>
          </a:blip>
          <a:srcRect l="11404" t="34089" r="11225" b="8175"/>
          <a:stretch/>
        </p:blipFill>
        <p:spPr>
          <a:xfrm rot="5400000">
            <a:off x="895079" y="894965"/>
            <a:ext cx="5184085" cy="5470603"/>
          </a:xfrm>
          <a:prstGeom prst="rect">
            <a:avLst/>
          </a:prstGeom>
        </p:spPr>
      </p:pic>
      <p:sp>
        <p:nvSpPr>
          <p:cNvPr id="9" name="Rectangle 8">
            <a:extLst>
              <a:ext uri="{FF2B5EF4-FFF2-40B4-BE49-F238E27FC236}">
                <a16:creationId xmlns:a16="http://schemas.microsoft.com/office/drawing/2014/main" id="{E197B437-971D-C64C-714A-C9EE89F4F761}"/>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82B8CFDB-47F4-E761-2C47-4E4807FE39EE}"/>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BA58F518-6ECD-2557-437C-8F2BD81E67BA}"/>
              </a:ext>
            </a:extLst>
          </p:cNvPr>
          <p:cNvPicPr>
            <a:picLocks noChangeAspect="1"/>
          </p:cNvPicPr>
          <p:nvPr/>
        </p:nvPicPr>
        <p:blipFill>
          <a:blip r:embed="rId3"/>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DB310B87-4938-7E8E-8C66-42E07332C54E}"/>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A981534-DB37-B398-E1B5-1BF3025698EA}"/>
              </a:ext>
            </a:extLst>
          </p:cNvPr>
          <p:cNvSpPr/>
          <p:nvPr/>
        </p:nvSpPr>
        <p:spPr>
          <a:xfrm rot="16200000">
            <a:off x="-2128636" y="3252294"/>
            <a:ext cx="5062245" cy="523220"/>
          </a:xfrm>
          <a:prstGeom prst="rect">
            <a:avLst/>
          </a:prstGeom>
          <a:noFill/>
          <a:ln>
            <a:noFill/>
          </a:ln>
        </p:spPr>
        <p:txBody>
          <a:bodyPr wrap="square" lIns="91440" tIns="45720" rIns="91440" bIns="45720">
            <a:spAutoFit/>
          </a:bodyPr>
          <a:lstStyle/>
          <a:p>
            <a:r>
              <a:rPr lang="fr-FR" sz="2800" b="1" spc="50" dirty="0">
                <a:ln w="9525" cmpd="sng">
                  <a:solidFill>
                    <a:schemeClr val="tx1"/>
                  </a:solidFill>
                  <a:prstDash val="solid"/>
                </a:ln>
                <a:solidFill>
                  <a:srgbClr val="70AD47">
                    <a:tint val="1000"/>
                  </a:srgbClr>
                </a:solidFill>
                <a:effectLst>
                  <a:glow rad="38100">
                    <a:schemeClr val="accent1">
                      <a:alpha val="40000"/>
                    </a:schemeClr>
                  </a:glow>
                </a:effectLst>
              </a:rPr>
              <a:t>Travail demandé</a:t>
            </a:r>
          </a:p>
        </p:txBody>
      </p:sp>
      <p:sp>
        <p:nvSpPr>
          <p:cNvPr id="13" name="Rectangle : coins arrondis 12">
            <a:extLst>
              <a:ext uri="{FF2B5EF4-FFF2-40B4-BE49-F238E27FC236}">
                <a16:creationId xmlns:a16="http://schemas.microsoft.com/office/drawing/2014/main" id="{F554BF9F-0BED-53A7-1D06-1D9F1EF29F34}"/>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2" name="Rectangle : coins arrondis 1">
            <a:extLst>
              <a:ext uri="{FF2B5EF4-FFF2-40B4-BE49-F238E27FC236}">
                <a16:creationId xmlns:a16="http://schemas.microsoft.com/office/drawing/2014/main" id="{9C41565E-E0DD-BCE1-C1DA-173741D2911B}"/>
              </a:ext>
            </a:extLst>
          </p:cNvPr>
          <p:cNvSpPr/>
          <p:nvPr/>
        </p:nvSpPr>
        <p:spPr>
          <a:xfrm>
            <a:off x="915633" y="3962558"/>
            <a:ext cx="2207129" cy="2135924"/>
          </a:xfrm>
          <a:prstGeom prst="round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14">
            <a:extLst>
              <a:ext uri="{FF2B5EF4-FFF2-40B4-BE49-F238E27FC236}">
                <a16:creationId xmlns:a16="http://schemas.microsoft.com/office/drawing/2014/main" id="{BC531530-B767-D5E7-7BA9-E94B39D8816C}"/>
              </a:ext>
            </a:extLst>
          </p:cNvPr>
          <p:cNvPicPr>
            <a:picLocks noChangeAspect="1"/>
          </p:cNvPicPr>
          <p:nvPr/>
        </p:nvPicPr>
        <p:blipFill>
          <a:blip r:embed="rId4"/>
          <a:stretch>
            <a:fillRect/>
          </a:stretch>
        </p:blipFill>
        <p:spPr>
          <a:xfrm>
            <a:off x="6336576" y="1093671"/>
            <a:ext cx="5284756" cy="5082096"/>
          </a:xfrm>
          <a:prstGeom prst="rect">
            <a:avLst/>
          </a:prstGeom>
        </p:spPr>
      </p:pic>
    </p:spTree>
    <p:extLst>
      <p:ext uri="{BB962C8B-B14F-4D97-AF65-F5344CB8AC3E}">
        <p14:creationId xmlns:p14="http://schemas.microsoft.com/office/powerpoint/2010/main" val="1158220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FD644-EE6B-4A39-2AF4-13A471BDAADE}"/>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8BD5CB1B-0198-934B-E73E-D63C43264698}"/>
              </a:ext>
            </a:extLst>
          </p:cNvPr>
          <p:cNvPicPr>
            <a:picLocks noChangeAspect="1"/>
          </p:cNvPicPr>
          <p:nvPr/>
        </p:nvPicPr>
        <p:blipFill>
          <a:blip r:embed="rId2">
            <a:extLst>
              <a:ext uri="{28A0092B-C50C-407E-A947-70E740481C1C}">
                <a14:useLocalDpi xmlns:a14="http://schemas.microsoft.com/office/drawing/2010/main" val="0"/>
              </a:ext>
            </a:extLst>
          </a:blip>
          <a:srcRect l="11404" t="34089" r="11225" b="8175"/>
          <a:stretch/>
        </p:blipFill>
        <p:spPr>
          <a:xfrm rot="5400000">
            <a:off x="895079" y="894965"/>
            <a:ext cx="5184085" cy="5470603"/>
          </a:xfrm>
          <a:prstGeom prst="rect">
            <a:avLst/>
          </a:prstGeom>
        </p:spPr>
      </p:pic>
      <p:sp>
        <p:nvSpPr>
          <p:cNvPr id="9" name="Rectangle 8">
            <a:extLst>
              <a:ext uri="{FF2B5EF4-FFF2-40B4-BE49-F238E27FC236}">
                <a16:creationId xmlns:a16="http://schemas.microsoft.com/office/drawing/2014/main" id="{0A232BE5-95C8-59B2-D116-223E72848E27}"/>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8B22A6B4-5716-B248-952D-ADC9EF7857B4}"/>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126FD12C-2AFD-EB87-69AD-3E4F376A6321}"/>
              </a:ext>
            </a:extLst>
          </p:cNvPr>
          <p:cNvPicPr>
            <a:picLocks noChangeAspect="1"/>
          </p:cNvPicPr>
          <p:nvPr/>
        </p:nvPicPr>
        <p:blipFill>
          <a:blip r:embed="rId3"/>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107C899F-B0C4-14C7-FD1D-59B3766B0467}"/>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4A546A-E42C-C007-2CBB-9CB0F37CEF78}"/>
              </a:ext>
            </a:extLst>
          </p:cNvPr>
          <p:cNvSpPr/>
          <p:nvPr/>
        </p:nvSpPr>
        <p:spPr>
          <a:xfrm rot="16200000">
            <a:off x="-2128636" y="3252294"/>
            <a:ext cx="5062245" cy="523220"/>
          </a:xfrm>
          <a:prstGeom prst="rect">
            <a:avLst/>
          </a:prstGeom>
          <a:noFill/>
          <a:ln>
            <a:noFill/>
          </a:ln>
        </p:spPr>
        <p:txBody>
          <a:bodyPr wrap="square" lIns="91440" tIns="45720" rIns="91440" bIns="45720">
            <a:spAutoFit/>
          </a:bodyPr>
          <a:lstStyle/>
          <a:p>
            <a:r>
              <a:rPr lang="fr-FR" sz="2800" b="1" spc="50" dirty="0">
                <a:ln w="9525" cmpd="sng">
                  <a:solidFill>
                    <a:schemeClr val="tx1"/>
                  </a:solidFill>
                  <a:prstDash val="solid"/>
                </a:ln>
                <a:solidFill>
                  <a:srgbClr val="70AD47">
                    <a:tint val="1000"/>
                  </a:srgbClr>
                </a:solidFill>
                <a:effectLst>
                  <a:glow rad="38100">
                    <a:schemeClr val="accent1">
                      <a:alpha val="40000"/>
                    </a:schemeClr>
                  </a:glow>
                </a:effectLst>
              </a:rPr>
              <a:t>Travail demandé</a:t>
            </a:r>
          </a:p>
        </p:txBody>
      </p:sp>
      <p:sp>
        <p:nvSpPr>
          <p:cNvPr id="13" name="Rectangle : coins arrondis 12">
            <a:extLst>
              <a:ext uri="{FF2B5EF4-FFF2-40B4-BE49-F238E27FC236}">
                <a16:creationId xmlns:a16="http://schemas.microsoft.com/office/drawing/2014/main" id="{EE0BB966-4C50-27DB-0946-925D057743E9}"/>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2" name="Rectangle : coins arrondis 1">
            <a:extLst>
              <a:ext uri="{FF2B5EF4-FFF2-40B4-BE49-F238E27FC236}">
                <a16:creationId xmlns:a16="http://schemas.microsoft.com/office/drawing/2014/main" id="{809ACD83-FE20-E3E0-D42A-61F22A46AD40}"/>
              </a:ext>
            </a:extLst>
          </p:cNvPr>
          <p:cNvSpPr/>
          <p:nvPr/>
        </p:nvSpPr>
        <p:spPr>
          <a:xfrm>
            <a:off x="3293776" y="3936309"/>
            <a:ext cx="2749836" cy="1883463"/>
          </a:xfrm>
          <a:prstGeom prst="round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14">
            <a:extLst>
              <a:ext uri="{FF2B5EF4-FFF2-40B4-BE49-F238E27FC236}">
                <a16:creationId xmlns:a16="http://schemas.microsoft.com/office/drawing/2014/main" id="{C64118A2-341D-B25C-F94C-86C3443C5A2C}"/>
              </a:ext>
            </a:extLst>
          </p:cNvPr>
          <p:cNvPicPr>
            <a:picLocks noChangeAspect="1"/>
          </p:cNvPicPr>
          <p:nvPr/>
        </p:nvPicPr>
        <p:blipFill>
          <a:blip r:embed="rId4"/>
          <a:stretch>
            <a:fillRect/>
          </a:stretch>
        </p:blipFill>
        <p:spPr>
          <a:xfrm>
            <a:off x="6222423" y="1297974"/>
            <a:ext cx="5689129" cy="4664586"/>
          </a:xfrm>
          <a:prstGeom prst="rect">
            <a:avLst/>
          </a:prstGeom>
        </p:spPr>
      </p:pic>
    </p:spTree>
    <p:extLst>
      <p:ext uri="{BB962C8B-B14F-4D97-AF65-F5344CB8AC3E}">
        <p14:creationId xmlns:p14="http://schemas.microsoft.com/office/powerpoint/2010/main" val="2775712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CC4D-D47E-48FB-84E4-5CD4914305D6}"/>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26690D0-7E38-F08D-2E25-D0F6B5F910DD}"/>
              </a:ext>
            </a:extLst>
          </p:cNvPr>
          <p:cNvPicPr>
            <a:picLocks noChangeAspect="1"/>
          </p:cNvPicPr>
          <p:nvPr/>
        </p:nvPicPr>
        <p:blipFill>
          <a:blip r:embed="rId2">
            <a:extLst>
              <a:ext uri="{28A0092B-C50C-407E-A947-70E740481C1C}">
                <a14:useLocalDpi xmlns:a14="http://schemas.microsoft.com/office/drawing/2010/main" val="0"/>
              </a:ext>
            </a:extLst>
          </a:blip>
          <a:srcRect l="11404" t="34089" r="11225" b="8175"/>
          <a:stretch/>
        </p:blipFill>
        <p:spPr>
          <a:xfrm rot="5400000">
            <a:off x="895079" y="894965"/>
            <a:ext cx="5184085" cy="5470603"/>
          </a:xfrm>
          <a:prstGeom prst="rect">
            <a:avLst/>
          </a:prstGeom>
        </p:spPr>
      </p:pic>
      <p:sp>
        <p:nvSpPr>
          <p:cNvPr id="9" name="Rectangle 8">
            <a:extLst>
              <a:ext uri="{FF2B5EF4-FFF2-40B4-BE49-F238E27FC236}">
                <a16:creationId xmlns:a16="http://schemas.microsoft.com/office/drawing/2014/main" id="{F40489BE-3052-19BC-5A50-95E898785E80}"/>
              </a:ext>
            </a:extLst>
          </p:cNvPr>
          <p:cNvSpPr/>
          <p:nvPr/>
        </p:nvSpPr>
        <p:spPr>
          <a:xfrm>
            <a:off x="228601" y="6222311"/>
            <a:ext cx="11630024" cy="400110"/>
          </a:xfrm>
          <a:prstGeom prst="rect">
            <a:avLst/>
          </a:prstGeom>
          <a:noFill/>
          <a:ln>
            <a:solidFill>
              <a:srgbClr val="FDB414"/>
            </a:solidFill>
          </a:ln>
        </p:spPr>
        <p:txBody>
          <a:bodyPr wrap="square" lIns="91440" tIns="45720" rIns="91440" bIns="45720">
            <a:spAutoFit/>
          </a:bodyPr>
          <a:lstStyle/>
          <a:p>
            <a:pPr algn="ctr"/>
            <a:r>
              <a:rPr lang="fr-FR" sz="2000" b="1" dirty="0">
                <a:ln w="9525">
                  <a:solidFill>
                    <a:srgbClr val="004F6B"/>
                  </a:solidFill>
                  <a:prstDash val="solid"/>
                </a:ln>
                <a:solidFill>
                  <a:schemeClr val="bg1"/>
                </a:solidFill>
              </a:rPr>
              <a:t>Projet 2025 – BTS CIEL.IR</a:t>
            </a:r>
          </a:p>
        </p:txBody>
      </p:sp>
      <p:sp>
        <p:nvSpPr>
          <p:cNvPr id="14" name="Rectangle 13">
            <a:extLst>
              <a:ext uri="{FF2B5EF4-FFF2-40B4-BE49-F238E27FC236}">
                <a16:creationId xmlns:a16="http://schemas.microsoft.com/office/drawing/2014/main" id="{5CC05F78-B61D-C6E9-6D24-5ADB0D550414}"/>
              </a:ext>
            </a:extLst>
          </p:cNvPr>
          <p:cNvSpPr/>
          <p:nvPr/>
        </p:nvSpPr>
        <p:spPr>
          <a:xfrm>
            <a:off x="5114348" y="257859"/>
            <a:ext cx="7499927" cy="646331"/>
          </a:xfrm>
          <a:prstGeom prst="rect">
            <a:avLst/>
          </a:prstGeom>
          <a:noFill/>
        </p:spPr>
        <p:txBody>
          <a:bodyPr wrap="square" lIns="91440" tIns="45720" rIns="91440" bIns="45720">
            <a:spAutoFit/>
          </a:bodyPr>
          <a:lstStyle/>
          <a:p>
            <a:pPr algn="ctr"/>
            <a:r>
              <a:rPr lang="fr-FR" sz="3600" b="1" i="1" dirty="0">
                <a:ln w="22225">
                  <a:solidFill>
                    <a:srgbClr val="004F6B"/>
                  </a:solidFill>
                  <a:prstDash val="solid"/>
                </a:ln>
                <a:solidFill>
                  <a:schemeClr val="bg1"/>
                </a:solidFill>
              </a:rPr>
              <a:t>GTB Bâtiments Communaux</a:t>
            </a:r>
          </a:p>
        </p:txBody>
      </p:sp>
      <p:pic>
        <p:nvPicPr>
          <p:cNvPr id="7" name="Image 6">
            <a:extLst>
              <a:ext uri="{FF2B5EF4-FFF2-40B4-BE49-F238E27FC236}">
                <a16:creationId xmlns:a16="http://schemas.microsoft.com/office/drawing/2014/main" id="{F08C68A7-6F9C-148A-5393-4CFE269EA76A}"/>
              </a:ext>
            </a:extLst>
          </p:cNvPr>
          <p:cNvPicPr>
            <a:picLocks noChangeAspect="1"/>
          </p:cNvPicPr>
          <p:nvPr/>
        </p:nvPicPr>
        <p:blipFill>
          <a:blip r:embed="rId3"/>
          <a:stretch>
            <a:fillRect/>
          </a:stretch>
        </p:blipFill>
        <p:spPr>
          <a:xfrm>
            <a:off x="333375" y="247650"/>
            <a:ext cx="2076450" cy="666750"/>
          </a:xfrm>
          <a:prstGeom prst="rect">
            <a:avLst/>
          </a:prstGeom>
        </p:spPr>
      </p:pic>
      <p:cxnSp>
        <p:nvCxnSpPr>
          <p:cNvPr id="10" name="Connecteur droit 9">
            <a:extLst>
              <a:ext uri="{FF2B5EF4-FFF2-40B4-BE49-F238E27FC236}">
                <a16:creationId xmlns:a16="http://schemas.microsoft.com/office/drawing/2014/main" id="{1F7D5191-FDEF-35B8-BDC3-3D09D2B93B98}"/>
              </a:ext>
            </a:extLst>
          </p:cNvPr>
          <p:cNvCxnSpPr/>
          <p:nvPr/>
        </p:nvCxnSpPr>
        <p:spPr>
          <a:xfrm>
            <a:off x="228600" y="1038225"/>
            <a:ext cx="11630025" cy="0"/>
          </a:xfrm>
          <a:prstGeom prst="line">
            <a:avLst/>
          </a:prstGeom>
          <a:ln w="28575">
            <a:solidFill>
              <a:srgbClr val="004F6B"/>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49842DC-8BED-D970-739F-5C501C6C53B6}"/>
              </a:ext>
            </a:extLst>
          </p:cNvPr>
          <p:cNvSpPr/>
          <p:nvPr/>
        </p:nvSpPr>
        <p:spPr>
          <a:xfrm rot="16200000">
            <a:off x="-2128636" y="3252294"/>
            <a:ext cx="5062245" cy="523220"/>
          </a:xfrm>
          <a:prstGeom prst="rect">
            <a:avLst/>
          </a:prstGeom>
          <a:noFill/>
          <a:ln>
            <a:noFill/>
          </a:ln>
        </p:spPr>
        <p:txBody>
          <a:bodyPr wrap="square" lIns="91440" tIns="45720" rIns="91440" bIns="45720">
            <a:spAutoFit/>
          </a:bodyPr>
          <a:lstStyle/>
          <a:p>
            <a:r>
              <a:rPr lang="fr-FR" sz="2800" b="1" spc="50" dirty="0">
                <a:ln w="9525" cmpd="sng">
                  <a:solidFill>
                    <a:schemeClr val="tx1"/>
                  </a:solidFill>
                  <a:prstDash val="solid"/>
                </a:ln>
                <a:solidFill>
                  <a:srgbClr val="70AD47">
                    <a:tint val="1000"/>
                  </a:srgbClr>
                </a:solidFill>
                <a:effectLst>
                  <a:glow rad="38100">
                    <a:schemeClr val="accent1">
                      <a:alpha val="40000"/>
                    </a:schemeClr>
                  </a:glow>
                </a:effectLst>
              </a:rPr>
              <a:t>Travail demandé</a:t>
            </a:r>
          </a:p>
        </p:txBody>
      </p:sp>
      <p:sp>
        <p:nvSpPr>
          <p:cNvPr id="13" name="Rectangle : coins arrondis 12">
            <a:extLst>
              <a:ext uri="{FF2B5EF4-FFF2-40B4-BE49-F238E27FC236}">
                <a16:creationId xmlns:a16="http://schemas.microsoft.com/office/drawing/2014/main" id="{49AB0C8B-22FA-00D1-9879-D675D70C9D03}"/>
              </a:ext>
            </a:extLst>
          </p:cNvPr>
          <p:cNvSpPr/>
          <p:nvPr/>
        </p:nvSpPr>
        <p:spPr>
          <a:xfrm rot="16200000" flipV="1">
            <a:off x="-1710124" y="3634931"/>
            <a:ext cx="4774072" cy="46120"/>
          </a:xfrm>
          <a:prstGeom prst="roundRect">
            <a:avLst/>
          </a:prstGeom>
          <a:solidFill>
            <a:srgbClr val="FDB414"/>
          </a:solidFill>
          <a:ln w="9525">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2" name="Rectangle : coins arrondis 1">
            <a:extLst>
              <a:ext uri="{FF2B5EF4-FFF2-40B4-BE49-F238E27FC236}">
                <a16:creationId xmlns:a16="http://schemas.microsoft.com/office/drawing/2014/main" id="{1290551D-EA8D-BEE5-2F9A-2AC14E0C352D}"/>
              </a:ext>
            </a:extLst>
          </p:cNvPr>
          <p:cNvSpPr/>
          <p:nvPr/>
        </p:nvSpPr>
        <p:spPr>
          <a:xfrm>
            <a:off x="3406361" y="1038222"/>
            <a:ext cx="2689639" cy="2409667"/>
          </a:xfrm>
          <a:prstGeom prst="round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E874DDCE-718F-A05F-34CF-7AA2AFD93482}"/>
              </a:ext>
            </a:extLst>
          </p:cNvPr>
          <p:cNvPicPr>
            <a:picLocks noChangeAspect="1"/>
          </p:cNvPicPr>
          <p:nvPr/>
        </p:nvPicPr>
        <p:blipFill>
          <a:blip r:embed="rId4"/>
          <a:stretch>
            <a:fillRect/>
          </a:stretch>
        </p:blipFill>
        <p:spPr>
          <a:xfrm>
            <a:off x="6043612" y="1093670"/>
            <a:ext cx="6102266" cy="5040789"/>
          </a:xfrm>
          <a:prstGeom prst="rect">
            <a:avLst/>
          </a:prstGeom>
        </p:spPr>
      </p:pic>
    </p:spTree>
    <p:extLst>
      <p:ext uri="{BB962C8B-B14F-4D97-AF65-F5344CB8AC3E}">
        <p14:creationId xmlns:p14="http://schemas.microsoft.com/office/powerpoint/2010/main" val="101099699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338</Words>
  <Application>Microsoft Office PowerPoint</Application>
  <PresentationFormat>Grand écran</PresentationFormat>
  <Paragraphs>59</Paragraphs>
  <Slides>13</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13</vt:i4>
      </vt:variant>
    </vt:vector>
  </HeadingPairs>
  <TitlesOfParts>
    <vt:vector size="21" baseType="lpstr">
      <vt:lpstr>Arial</vt:lpstr>
      <vt:lpstr>Calibri</vt:lpstr>
      <vt:lpstr>Calibri Light</vt:lpstr>
      <vt:lpstr>DM Sans</vt:lpstr>
      <vt:lpstr>Lato</vt:lpstr>
      <vt:lpstr>Poppins</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francois RAYSSAC</dc:creator>
  <cp:lastModifiedBy>francois RAYSSAC</cp:lastModifiedBy>
  <cp:revision>12</cp:revision>
  <dcterms:created xsi:type="dcterms:W3CDTF">2022-11-24T15:44:30Z</dcterms:created>
  <dcterms:modified xsi:type="dcterms:W3CDTF">2024-11-13T19:32:29Z</dcterms:modified>
</cp:coreProperties>
</file>